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67" r:id="rId3"/>
    <p:sldId id="257" r:id="rId4"/>
    <p:sldId id="266" r:id="rId5"/>
    <p:sldId id="258" r:id="rId6"/>
    <p:sldId id="263" r:id="rId7"/>
    <p:sldId id="259" r:id="rId8"/>
    <p:sldId id="264" r:id="rId9"/>
    <p:sldId id="265" r:id="rId10"/>
    <p:sldId id="260" r:id="rId11"/>
    <p:sldId id="261" r:id="rId12"/>
    <p:sldId id="262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6" Type="http://schemas.openxmlformats.org/officeDocument/2006/relationships/image" Target="../media/image24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1641CF-979B-4471-9F19-2C37C77EE3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51DBE2-1FD9-4193-9C06-F335C99E9A03}">
      <dgm:prSet/>
      <dgm:spPr/>
      <dgm:t>
        <a:bodyPr/>
        <a:lstStyle/>
        <a:p>
          <a:r>
            <a:rPr lang="en-US"/>
            <a:t>• Data Structures → Containers (fridge, jars, baskets)</a:t>
          </a:r>
        </a:p>
      </dgm:t>
    </dgm:pt>
    <dgm:pt modelId="{4F97A80B-07B3-4D5F-8760-77942BF724D5}" type="parTrans" cxnId="{14C9155D-E132-4B3D-9140-40F220327A1A}">
      <dgm:prSet/>
      <dgm:spPr/>
      <dgm:t>
        <a:bodyPr/>
        <a:lstStyle/>
        <a:p>
          <a:endParaRPr lang="en-US"/>
        </a:p>
      </dgm:t>
    </dgm:pt>
    <dgm:pt modelId="{A03A106E-9668-4B5A-BF4C-2AA02D6AA525}" type="sibTrans" cxnId="{14C9155D-E132-4B3D-9140-40F220327A1A}">
      <dgm:prSet/>
      <dgm:spPr/>
      <dgm:t>
        <a:bodyPr/>
        <a:lstStyle/>
        <a:p>
          <a:endParaRPr lang="en-US"/>
        </a:p>
      </dgm:t>
    </dgm:pt>
    <dgm:pt modelId="{44D2E472-EBE8-4C55-9ECB-6F59616BAFF4}">
      <dgm:prSet/>
      <dgm:spPr/>
      <dgm:t>
        <a:bodyPr/>
        <a:lstStyle/>
        <a:p>
          <a:r>
            <a:rPr lang="en-US"/>
            <a:t>• Algorithms → Recipes (step-by-step cooking)</a:t>
          </a:r>
        </a:p>
      </dgm:t>
    </dgm:pt>
    <dgm:pt modelId="{31C73AFC-6BAA-4D06-A58E-1E9FCC55D16A}" type="parTrans" cxnId="{F03D910C-10C8-4E94-A24B-93C4A6B427CA}">
      <dgm:prSet/>
      <dgm:spPr/>
      <dgm:t>
        <a:bodyPr/>
        <a:lstStyle/>
        <a:p>
          <a:endParaRPr lang="en-US"/>
        </a:p>
      </dgm:t>
    </dgm:pt>
    <dgm:pt modelId="{0A7234E5-284A-446F-86AF-7C184CB72FBF}" type="sibTrans" cxnId="{F03D910C-10C8-4E94-A24B-93C4A6B427CA}">
      <dgm:prSet/>
      <dgm:spPr/>
      <dgm:t>
        <a:bodyPr/>
        <a:lstStyle/>
        <a:p>
          <a:endParaRPr lang="en-US"/>
        </a:p>
      </dgm:t>
    </dgm:pt>
    <dgm:pt modelId="{0401C385-B36B-4532-A180-11C3832F998D}">
      <dgm:prSet/>
      <dgm:spPr/>
      <dgm:t>
        <a:bodyPr/>
        <a:lstStyle/>
        <a:p>
          <a:r>
            <a:rPr lang="en-US"/>
            <a:t>• Without containers → kitchen is a mess</a:t>
          </a:r>
        </a:p>
      </dgm:t>
    </dgm:pt>
    <dgm:pt modelId="{0DD60D74-2E84-4FDA-9D4A-91A6B3B66A00}" type="parTrans" cxnId="{D6D11CF3-8422-462D-97F7-7D0FEF591B41}">
      <dgm:prSet/>
      <dgm:spPr/>
      <dgm:t>
        <a:bodyPr/>
        <a:lstStyle/>
        <a:p>
          <a:endParaRPr lang="en-US"/>
        </a:p>
      </dgm:t>
    </dgm:pt>
    <dgm:pt modelId="{349C5B2D-25A9-4572-B353-4B1742D86893}" type="sibTrans" cxnId="{D6D11CF3-8422-462D-97F7-7D0FEF591B41}">
      <dgm:prSet/>
      <dgm:spPr/>
      <dgm:t>
        <a:bodyPr/>
        <a:lstStyle/>
        <a:p>
          <a:endParaRPr lang="en-US"/>
        </a:p>
      </dgm:t>
    </dgm:pt>
    <dgm:pt modelId="{9A31B7A2-4969-4D4F-B017-96E07F2B04E0}">
      <dgm:prSet/>
      <dgm:spPr/>
      <dgm:t>
        <a:bodyPr/>
        <a:lstStyle/>
        <a:p>
          <a:r>
            <a:rPr lang="en-US"/>
            <a:t>• Without recipes → you can’t cook efficiently</a:t>
          </a:r>
        </a:p>
      </dgm:t>
    </dgm:pt>
    <dgm:pt modelId="{E5DA7399-2386-4AE0-85A3-D49943BB7784}" type="parTrans" cxnId="{ECE9DA20-8155-4903-970D-2DD9C9316458}">
      <dgm:prSet/>
      <dgm:spPr/>
      <dgm:t>
        <a:bodyPr/>
        <a:lstStyle/>
        <a:p>
          <a:endParaRPr lang="en-US"/>
        </a:p>
      </dgm:t>
    </dgm:pt>
    <dgm:pt modelId="{E643B6B3-C148-4D2C-AD22-CE46E0BB19D5}" type="sibTrans" cxnId="{ECE9DA20-8155-4903-970D-2DD9C9316458}">
      <dgm:prSet/>
      <dgm:spPr/>
      <dgm:t>
        <a:bodyPr/>
        <a:lstStyle/>
        <a:p>
          <a:endParaRPr lang="en-US"/>
        </a:p>
      </dgm:t>
    </dgm:pt>
    <dgm:pt modelId="{978FB4FD-42B6-4D4C-8416-987FFF11AA41}" type="pres">
      <dgm:prSet presAssocID="{EB1641CF-979B-4471-9F19-2C37C77EE370}" presName="linear" presStyleCnt="0">
        <dgm:presLayoutVars>
          <dgm:animLvl val="lvl"/>
          <dgm:resizeHandles val="exact"/>
        </dgm:presLayoutVars>
      </dgm:prSet>
      <dgm:spPr/>
    </dgm:pt>
    <dgm:pt modelId="{27D75A1D-41BC-40EF-B2FB-8428DE8BCB12}" type="pres">
      <dgm:prSet presAssocID="{5151DBE2-1FD9-4193-9C06-F335C99E9A0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FF5F59E-9455-421F-9C86-3DEDFB5DD860}" type="pres">
      <dgm:prSet presAssocID="{A03A106E-9668-4B5A-BF4C-2AA02D6AA525}" presName="spacer" presStyleCnt="0"/>
      <dgm:spPr/>
    </dgm:pt>
    <dgm:pt modelId="{06849821-9124-4A9C-B122-B8EBC678ED17}" type="pres">
      <dgm:prSet presAssocID="{44D2E472-EBE8-4C55-9ECB-6F59616BAFF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F547547-B91D-4B5D-86ED-F58043F7EBDD}" type="pres">
      <dgm:prSet presAssocID="{0A7234E5-284A-446F-86AF-7C184CB72FBF}" presName="spacer" presStyleCnt="0"/>
      <dgm:spPr/>
    </dgm:pt>
    <dgm:pt modelId="{3F2B8CD1-7748-48B8-A9F1-D22F0EFB74B4}" type="pres">
      <dgm:prSet presAssocID="{0401C385-B36B-4532-A180-11C3832F998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1A0E407-9C83-4119-B5C6-952678FA0445}" type="pres">
      <dgm:prSet presAssocID="{349C5B2D-25A9-4572-B353-4B1742D86893}" presName="spacer" presStyleCnt="0"/>
      <dgm:spPr/>
    </dgm:pt>
    <dgm:pt modelId="{E991F7C1-4C1D-4C80-912A-4498561A693C}" type="pres">
      <dgm:prSet presAssocID="{9A31B7A2-4969-4D4F-B017-96E07F2B04E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3D910C-10C8-4E94-A24B-93C4A6B427CA}" srcId="{EB1641CF-979B-4471-9F19-2C37C77EE370}" destId="{44D2E472-EBE8-4C55-9ECB-6F59616BAFF4}" srcOrd="1" destOrd="0" parTransId="{31C73AFC-6BAA-4D06-A58E-1E9FCC55D16A}" sibTransId="{0A7234E5-284A-446F-86AF-7C184CB72FBF}"/>
    <dgm:cxn modelId="{67A72F14-A200-41C0-AB51-F066C479CC9D}" type="presOf" srcId="{5151DBE2-1FD9-4193-9C06-F335C99E9A03}" destId="{27D75A1D-41BC-40EF-B2FB-8428DE8BCB12}" srcOrd="0" destOrd="0" presId="urn:microsoft.com/office/officeart/2005/8/layout/vList2"/>
    <dgm:cxn modelId="{ECE9DA20-8155-4903-970D-2DD9C9316458}" srcId="{EB1641CF-979B-4471-9F19-2C37C77EE370}" destId="{9A31B7A2-4969-4D4F-B017-96E07F2B04E0}" srcOrd="3" destOrd="0" parTransId="{E5DA7399-2386-4AE0-85A3-D49943BB7784}" sibTransId="{E643B6B3-C148-4D2C-AD22-CE46E0BB19D5}"/>
    <dgm:cxn modelId="{14C9155D-E132-4B3D-9140-40F220327A1A}" srcId="{EB1641CF-979B-4471-9F19-2C37C77EE370}" destId="{5151DBE2-1FD9-4193-9C06-F335C99E9A03}" srcOrd="0" destOrd="0" parTransId="{4F97A80B-07B3-4D5F-8760-77942BF724D5}" sibTransId="{A03A106E-9668-4B5A-BF4C-2AA02D6AA525}"/>
    <dgm:cxn modelId="{2A2DAA99-03E3-4A01-A749-C635338291CE}" type="presOf" srcId="{0401C385-B36B-4532-A180-11C3832F998D}" destId="{3F2B8CD1-7748-48B8-A9F1-D22F0EFB74B4}" srcOrd="0" destOrd="0" presId="urn:microsoft.com/office/officeart/2005/8/layout/vList2"/>
    <dgm:cxn modelId="{9392A3A8-4690-465B-AAA4-DEBB87E77E5B}" type="presOf" srcId="{44D2E472-EBE8-4C55-9ECB-6F59616BAFF4}" destId="{06849821-9124-4A9C-B122-B8EBC678ED17}" srcOrd="0" destOrd="0" presId="urn:microsoft.com/office/officeart/2005/8/layout/vList2"/>
    <dgm:cxn modelId="{D6B559C7-BACE-4C65-8888-05B41B2FA7BB}" type="presOf" srcId="{9A31B7A2-4969-4D4F-B017-96E07F2B04E0}" destId="{E991F7C1-4C1D-4C80-912A-4498561A693C}" srcOrd="0" destOrd="0" presId="urn:microsoft.com/office/officeart/2005/8/layout/vList2"/>
    <dgm:cxn modelId="{DB7971D0-545D-4ED7-8907-BA60D0EC5473}" type="presOf" srcId="{EB1641CF-979B-4471-9F19-2C37C77EE370}" destId="{978FB4FD-42B6-4D4C-8416-987FFF11AA41}" srcOrd="0" destOrd="0" presId="urn:microsoft.com/office/officeart/2005/8/layout/vList2"/>
    <dgm:cxn modelId="{D6D11CF3-8422-462D-97F7-7D0FEF591B41}" srcId="{EB1641CF-979B-4471-9F19-2C37C77EE370}" destId="{0401C385-B36B-4532-A180-11C3832F998D}" srcOrd="2" destOrd="0" parTransId="{0DD60D74-2E84-4FDA-9D4A-91A6B3B66A00}" sibTransId="{349C5B2D-25A9-4572-B353-4B1742D86893}"/>
    <dgm:cxn modelId="{6ABAD6DB-D04E-4EE0-8BBC-76CDB664C2F8}" type="presParOf" srcId="{978FB4FD-42B6-4D4C-8416-987FFF11AA41}" destId="{27D75A1D-41BC-40EF-B2FB-8428DE8BCB12}" srcOrd="0" destOrd="0" presId="urn:microsoft.com/office/officeart/2005/8/layout/vList2"/>
    <dgm:cxn modelId="{4FA5BD78-1CCF-42ED-AC75-AB94FAE37B31}" type="presParOf" srcId="{978FB4FD-42B6-4D4C-8416-987FFF11AA41}" destId="{8FF5F59E-9455-421F-9C86-3DEDFB5DD860}" srcOrd="1" destOrd="0" presId="urn:microsoft.com/office/officeart/2005/8/layout/vList2"/>
    <dgm:cxn modelId="{6890DEFC-6CB2-4440-8456-C699C8F46B94}" type="presParOf" srcId="{978FB4FD-42B6-4D4C-8416-987FFF11AA41}" destId="{06849821-9124-4A9C-B122-B8EBC678ED17}" srcOrd="2" destOrd="0" presId="urn:microsoft.com/office/officeart/2005/8/layout/vList2"/>
    <dgm:cxn modelId="{5C3F47CD-D753-4562-A36E-0E0ED526FB2B}" type="presParOf" srcId="{978FB4FD-42B6-4D4C-8416-987FFF11AA41}" destId="{2F547547-B91D-4B5D-86ED-F58043F7EBDD}" srcOrd="3" destOrd="0" presId="urn:microsoft.com/office/officeart/2005/8/layout/vList2"/>
    <dgm:cxn modelId="{B8209E28-CB25-4BD8-B17D-18638BD010D7}" type="presParOf" srcId="{978FB4FD-42B6-4D4C-8416-987FFF11AA41}" destId="{3F2B8CD1-7748-48B8-A9F1-D22F0EFB74B4}" srcOrd="4" destOrd="0" presId="urn:microsoft.com/office/officeart/2005/8/layout/vList2"/>
    <dgm:cxn modelId="{AE3B0B33-C837-4C87-A516-A6D9814ACA17}" type="presParOf" srcId="{978FB4FD-42B6-4D4C-8416-987FFF11AA41}" destId="{B1A0E407-9C83-4119-B5C6-952678FA0445}" srcOrd="5" destOrd="0" presId="urn:microsoft.com/office/officeart/2005/8/layout/vList2"/>
    <dgm:cxn modelId="{4D23DC2C-0BC3-4E1B-B362-EDBF1BBC70DC}" type="presParOf" srcId="{978FB4FD-42B6-4D4C-8416-987FFF11AA41}" destId="{E991F7C1-4C1D-4C80-912A-4498561A69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02582B-5282-4E08-BEF7-02407D9EA7A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419F2D6-57E9-4620-B27B-53196406E268}">
      <dgm:prSet/>
      <dgm:spPr/>
      <dgm:t>
        <a:bodyPr/>
        <a:lstStyle/>
        <a:p>
          <a:r>
            <a:rPr lang="en-US" dirty="0"/>
            <a:t>• Arrays → Egg carton (fixed slots, ordered)</a:t>
          </a:r>
        </a:p>
      </dgm:t>
    </dgm:pt>
    <dgm:pt modelId="{578816E4-E1C2-49C1-8C47-67BB7CAC812B}" type="parTrans" cxnId="{5E644F61-1C62-41A2-BF16-D59EB34C31E8}">
      <dgm:prSet/>
      <dgm:spPr/>
      <dgm:t>
        <a:bodyPr/>
        <a:lstStyle/>
        <a:p>
          <a:endParaRPr lang="en-US"/>
        </a:p>
      </dgm:t>
    </dgm:pt>
    <dgm:pt modelId="{65DCADB5-6538-4CE8-98AA-E5DF0CC98237}" type="sibTrans" cxnId="{5E644F61-1C62-41A2-BF16-D59EB34C31E8}">
      <dgm:prSet/>
      <dgm:spPr/>
      <dgm:t>
        <a:bodyPr/>
        <a:lstStyle/>
        <a:p>
          <a:endParaRPr lang="en-US"/>
        </a:p>
      </dgm:t>
    </dgm:pt>
    <dgm:pt modelId="{4AD4226D-ED2E-4D8A-8AA3-FB46C9A62A0D}">
      <dgm:prSet/>
      <dgm:spPr/>
      <dgm:t>
        <a:bodyPr/>
        <a:lstStyle/>
        <a:p>
          <a:r>
            <a:rPr lang="en-US"/>
            <a:t>• Stacks (LIFO) → Plates in cafeteria</a:t>
          </a:r>
        </a:p>
      </dgm:t>
    </dgm:pt>
    <dgm:pt modelId="{07F862B4-E32C-4807-BE13-25242BD45F2C}" type="parTrans" cxnId="{71115C2A-5F30-4E22-B23D-28FE5C3F8354}">
      <dgm:prSet/>
      <dgm:spPr/>
      <dgm:t>
        <a:bodyPr/>
        <a:lstStyle/>
        <a:p>
          <a:endParaRPr lang="en-US"/>
        </a:p>
      </dgm:t>
    </dgm:pt>
    <dgm:pt modelId="{DB76D971-182A-45EB-9203-3DDF1ED89C05}" type="sibTrans" cxnId="{71115C2A-5F30-4E22-B23D-28FE5C3F8354}">
      <dgm:prSet/>
      <dgm:spPr/>
      <dgm:t>
        <a:bodyPr/>
        <a:lstStyle/>
        <a:p>
          <a:endParaRPr lang="en-US"/>
        </a:p>
      </dgm:t>
    </dgm:pt>
    <dgm:pt modelId="{590606D8-4407-4B26-AEE2-4451B6660289}">
      <dgm:prSet/>
      <dgm:spPr/>
      <dgm:t>
        <a:bodyPr/>
        <a:lstStyle/>
        <a:p>
          <a:r>
            <a:rPr lang="en-US"/>
            <a:t>• Queues (FIFO) → Line at ticket counter</a:t>
          </a:r>
        </a:p>
      </dgm:t>
    </dgm:pt>
    <dgm:pt modelId="{DEAEEAC1-F5EB-4E79-ACBD-EFE290583AAD}" type="parTrans" cxnId="{3EF24083-CAEB-4604-BF29-521C8FD3A983}">
      <dgm:prSet/>
      <dgm:spPr/>
      <dgm:t>
        <a:bodyPr/>
        <a:lstStyle/>
        <a:p>
          <a:endParaRPr lang="en-US"/>
        </a:p>
      </dgm:t>
    </dgm:pt>
    <dgm:pt modelId="{734AB398-C564-44DB-86D1-E1C30161E239}" type="sibTrans" cxnId="{3EF24083-CAEB-4604-BF29-521C8FD3A983}">
      <dgm:prSet/>
      <dgm:spPr/>
      <dgm:t>
        <a:bodyPr/>
        <a:lstStyle/>
        <a:p>
          <a:endParaRPr lang="en-US"/>
        </a:p>
      </dgm:t>
    </dgm:pt>
    <dgm:pt modelId="{1F180902-4297-45AF-AA83-991125BB8504}">
      <dgm:prSet/>
      <dgm:spPr/>
      <dgm:t>
        <a:bodyPr/>
        <a:lstStyle/>
        <a:p>
          <a:r>
            <a:rPr lang="en-US"/>
            <a:t>• Linked Lists → Treasure hunt map</a:t>
          </a:r>
        </a:p>
      </dgm:t>
    </dgm:pt>
    <dgm:pt modelId="{4C4E7EE1-C91F-4BBA-9C67-D95D2AE0BC5F}" type="parTrans" cxnId="{4D3B817F-8828-47AA-909A-64E8929751A4}">
      <dgm:prSet/>
      <dgm:spPr/>
      <dgm:t>
        <a:bodyPr/>
        <a:lstStyle/>
        <a:p>
          <a:endParaRPr lang="en-US"/>
        </a:p>
      </dgm:t>
    </dgm:pt>
    <dgm:pt modelId="{7A3FB0CC-41E7-435D-B6D7-15C5435D68BB}" type="sibTrans" cxnId="{4D3B817F-8828-47AA-909A-64E8929751A4}">
      <dgm:prSet/>
      <dgm:spPr/>
      <dgm:t>
        <a:bodyPr/>
        <a:lstStyle/>
        <a:p>
          <a:endParaRPr lang="en-US"/>
        </a:p>
      </dgm:t>
    </dgm:pt>
    <dgm:pt modelId="{F12017AB-90CE-4AA9-948F-C9C5BBB6AC0A}" type="pres">
      <dgm:prSet presAssocID="{6802582B-5282-4E08-BEF7-02407D9EA7AD}" presName="linear" presStyleCnt="0">
        <dgm:presLayoutVars>
          <dgm:animLvl val="lvl"/>
          <dgm:resizeHandles val="exact"/>
        </dgm:presLayoutVars>
      </dgm:prSet>
      <dgm:spPr/>
    </dgm:pt>
    <dgm:pt modelId="{2F473556-BF83-4790-95E9-3B778F377417}" type="pres">
      <dgm:prSet presAssocID="{2419F2D6-57E9-4620-B27B-53196406E2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C194B31-C328-4CD3-A254-E95FFFAD5F6C}" type="pres">
      <dgm:prSet presAssocID="{65DCADB5-6538-4CE8-98AA-E5DF0CC98237}" presName="spacer" presStyleCnt="0"/>
      <dgm:spPr/>
    </dgm:pt>
    <dgm:pt modelId="{8968153E-3A1D-406F-8DCD-A1AAD7352E2E}" type="pres">
      <dgm:prSet presAssocID="{4AD4226D-ED2E-4D8A-8AA3-FB46C9A62A0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C8D0A0C-9D5F-49C0-8257-69A11FFAF24C}" type="pres">
      <dgm:prSet presAssocID="{DB76D971-182A-45EB-9203-3DDF1ED89C05}" presName="spacer" presStyleCnt="0"/>
      <dgm:spPr/>
    </dgm:pt>
    <dgm:pt modelId="{DC87BA0E-010D-4259-AA5F-2665968519BA}" type="pres">
      <dgm:prSet presAssocID="{590606D8-4407-4B26-AEE2-4451B66602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D858DF-CEF4-47BA-B89E-597C0E0D35E0}" type="pres">
      <dgm:prSet presAssocID="{734AB398-C564-44DB-86D1-E1C30161E239}" presName="spacer" presStyleCnt="0"/>
      <dgm:spPr/>
    </dgm:pt>
    <dgm:pt modelId="{2D6BA882-EB02-4FCC-B119-8C7033D1D333}" type="pres">
      <dgm:prSet presAssocID="{1F180902-4297-45AF-AA83-991125BB850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95A3D00-246F-4AD6-A468-CE290F1718BB}" type="presOf" srcId="{4AD4226D-ED2E-4D8A-8AA3-FB46C9A62A0D}" destId="{8968153E-3A1D-406F-8DCD-A1AAD7352E2E}" srcOrd="0" destOrd="0" presId="urn:microsoft.com/office/officeart/2005/8/layout/vList2"/>
    <dgm:cxn modelId="{71115C2A-5F30-4E22-B23D-28FE5C3F8354}" srcId="{6802582B-5282-4E08-BEF7-02407D9EA7AD}" destId="{4AD4226D-ED2E-4D8A-8AA3-FB46C9A62A0D}" srcOrd="1" destOrd="0" parTransId="{07F862B4-E32C-4807-BE13-25242BD45F2C}" sibTransId="{DB76D971-182A-45EB-9203-3DDF1ED89C05}"/>
    <dgm:cxn modelId="{A3D0792A-6947-4F58-88C3-8B2958E25062}" type="presOf" srcId="{590606D8-4407-4B26-AEE2-4451B6660289}" destId="{DC87BA0E-010D-4259-AA5F-2665968519BA}" srcOrd="0" destOrd="0" presId="urn:microsoft.com/office/officeart/2005/8/layout/vList2"/>
    <dgm:cxn modelId="{5E644F61-1C62-41A2-BF16-D59EB34C31E8}" srcId="{6802582B-5282-4E08-BEF7-02407D9EA7AD}" destId="{2419F2D6-57E9-4620-B27B-53196406E268}" srcOrd="0" destOrd="0" parTransId="{578816E4-E1C2-49C1-8C47-67BB7CAC812B}" sibTransId="{65DCADB5-6538-4CE8-98AA-E5DF0CC98237}"/>
    <dgm:cxn modelId="{4D3B817F-8828-47AA-909A-64E8929751A4}" srcId="{6802582B-5282-4E08-BEF7-02407D9EA7AD}" destId="{1F180902-4297-45AF-AA83-991125BB8504}" srcOrd="3" destOrd="0" parTransId="{4C4E7EE1-C91F-4BBA-9C67-D95D2AE0BC5F}" sibTransId="{7A3FB0CC-41E7-435D-B6D7-15C5435D68BB}"/>
    <dgm:cxn modelId="{3EF24083-CAEB-4604-BF29-521C8FD3A983}" srcId="{6802582B-5282-4E08-BEF7-02407D9EA7AD}" destId="{590606D8-4407-4B26-AEE2-4451B6660289}" srcOrd="2" destOrd="0" parTransId="{DEAEEAC1-F5EB-4E79-ACBD-EFE290583AAD}" sibTransId="{734AB398-C564-44DB-86D1-E1C30161E239}"/>
    <dgm:cxn modelId="{FBC8F7D9-6A0F-4579-B4B3-2A8DD7646748}" type="presOf" srcId="{1F180902-4297-45AF-AA83-991125BB8504}" destId="{2D6BA882-EB02-4FCC-B119-8C7033D1D333}" srcOrd="0" destOrd="0" presId="urn:microsoft.com/office/officeart/2005/8/layout/vList2"/>
    <dgm:cxn modelId="{FB3D65EB-E11B-4C01-A6DD-0FEDE4B81387}" type="presOf" srcId="{6802582B-5282-4E08-BEF7-02407D9EA7AD}" destId="{F12017AB-90CE-4AA9-948F-C9C5BBB6AC0A}" srcOrd="0" destOrd="0" presId="urn:microsoft.com/office/officeart/2005/8/layout/vList2"/>
    <dgm:cxn modelId="{5BD906FE-A3ED-4057-8E1F-06215B041C61}" type="presOf" srcId="{2419F2D6-57E9-4620-B27B-53196406E268}" destId="{2F473556-BF83-4790-95E9-3B778F377417}" srcOrd="0" destOrd="0" presId="urn:microsoft.com/office/officeart/2005/8/layout/vList2"/>
    <dgm:cxn modelId="{F3E37406-BE19-474C-85D3-09958008A4F5}" type="presParOf" srcId="{F12017AB-90CE-4AA9-948F-C9C5BBB6AC0A}" destId="{2F473556-BF83-4790-95E9-3B778F377417}" srcOrd="0" destOrd="0" presId="urn:microsoft.com/office/officeart/2005/8/layout/vList2"/>
    <dgm:cxn modelId="{3650CAA6-1268-445C-9CFF-CCEB75BB700D}" type="presParOf" srcId="{F12017AB-90CE-4AA9-948F-C9C5BBB6AC0A}" destId="{2C194B31-C328-4CD3-A254-E95FFFAD5F6C}" srcOrd="1" destOrd="0" presId="urn:microsoft.com/office/officeart/2005/8/layout/vList2"/>
    <dgm:cxn modelId="{0DDA9ACA-B416-4715-B303-2960CF9DB714}" type="presParOf" srcId="{F12017AB-90CE-4AA9-948F-C9C5BBB6AC0A}" destId="{8968153E-3A1D-406F-8DCD-A1AAD7352E2E}" srcOrd="2" destOrd="0" presId="urn:microsoft.com/office/officeart/2005/8/layout/vList2"/>
    <dgm:cxn modelId="{7F583167-D8F7-4058-B351-2B8D4343A4C3}" type="presParOf" srcId="{F12017AB-90CE-4AA9-948F-C9C5BBB6AC0A}" destId="{DC8D0A0C-9D5F-49C0-8257-69A11FFAF24C}" srcOrd="3" destOrd="0" presId="urn:microsoft.com/office/officeart/2005/8/layout/vList2"/>
    <dgm:cxn modelId="{8935EEC1-C4FC-4898-AC1A-FC522D5627C8}" type="presParOf" srcId="{F12017AB-90CE-4AA9-948F-C9C5BBB6AC0A}" destId="{DC87BA0E-010D-4259-AA5F-2665968519BA}" srcOrd="4" destOrd="0" presId="urn:microsoft.com/office/officeart/2005/8/layout/vList2"/>
    <dgm:cxn modelId="{887CAD0B-A353-47D4-AFC6-3B6422EF21E7}" type="presParOf" srcId="{F12017AB-90CE-4AA9-948F-C9C5BBB6AC0A}" destId="{43D858DF-CEF4-47BA-B89E-597C0E0D35E0}" srcOrd="5" destOrd="0" presId="urn:microsoft.com/office/officeart/2005/8/layout/vList2"/>
    <dgm:cxn modelId="{BFC1555D-EA32-49E7-8596-B57160BEC659}" type="presParOf" srcId="{F12017AB-90CE-4AA9-948F-C9C5BBB6AC0A}" destId="{2D6BA882-EB02-4FCC-B119-8C7033D1D3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818EAC-4AE4-435E-B542-B339154BA8F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A98465-07BA-4767-9F1D-638EC4398C88}">
      <dgm:prSet/>
      <dgm:spPr/>
      <dgm:t>
        <a:bodyPr/>
        <a:lstStyle/>
        <a:p>
          <a:r>
            <a:rPr lang="en-US"/>
            <a:t>• Graphs → Social network (friends = connections)</a:t>
          </a:r>
        </a:p>
      </dgm:t>
    </dgm:pt>
    <dgm:pt modelId="{195D0272-EC5B-49D8-8744-C98909255FC2}" type="parTrans" cxnId="{24F00306-CBAC-427A-995D-207605408E58}">
      <dgm:prSet/>
      <dgm:spPr/>
      <dgm:t>
        <a:bodyPr/>
        <a:lstStyle/>
        <a:p>
          <a:endParaRPr lang="en-US"/>
        </a:p>
      </dgm:t>
    </dgm:pt>
    <dgm:pt modelId="{D24F6F6F-FC90-4720-8113-DDB5EEEE9EBF}" type="sibTrans" cxnId="{24F00306-CBAC-427A-995D-207605408E58}">
      <dgm:prSet/>
      <dgm:spPr/>
      <dgm:t>
        <a:bodyPr/>
        <a:lstStyle/>
        <a:p>
          <a:endParaRPr lang="en-US"/>
        </a:p>
      </dgm:t>
    </dgm:pt>
    <dgm:pt modelId="{E33009D7-4190-4740-A223-EEF40A530717}">
      <dgm:prSet/>
      <dgm:spPr/>
      <dgm:t>
        <a:bodyPr/>
        <a:lstStyle/>
        <a:p>
          <a:r>
            <a:rPr lang="en-US"/>
            <a:t>• Trees → Family tree (root + children, no cycles)</a:t>
          </a:r>
        </a:p>
      </dgm:t>
    </dgm:pt>
    <dgm:pt modelId="{11EB1B58-16A8-41E7-B914-4AF3E6911FF4}" type="parTrans" cxnId="{2810363E-B689-415F-9768-E9C2BE72B628}">
      <dgm:prSet/>
      <dgm:spPr/>
      <dgm:t>
        <a:bodyPr/>
        <a:lstStyle/>
        <a:p>
          <a:endParaRPr lang="en-US"/>
        </a:p>
      </dgm:t>
    </dgm:pt>
    <dgm:pt modelId="{E8F9E740-C5A4-40EB-8381-19B062913D0F}" type="sibTrans" cxnId="{2810363E-B689-415F-9768-E9C2BE72B628}">
      <dgm:prSet/>
      <dgm:spPr/>
      <dgm:t>
        <a:bodyPr/>
        <a:lstStyle/>
        <a:p>
          <a:endParaRPr lang="en-US"/>
        </a:p>
      </dgm:t>
    </dgm:pt>
    <dgm:pt modelId="{5BC3B015-17E3-4B48-8FDD-F59F2E85CB8C}" type="pres">
      <dgm:prSet presAssocID="{CC818EAC-4AE4-435E-B542-B339154BA8F0}" presName="linear" presStyleCnt="0">
        <dgm:presLayoutVars>
          <dgm:animLvl val="lvl"/>
          <dgm:resizeHandles val="exact"/>
        </dgm:presLayoutVars>
      </dgm:prSet>
      <dgm:spPr/>
    </dgm:pt>
    <dgm:pt modelId="{D4280643-86D6-465C-BC5A-1158505DE2D2}" type="pres">
      <dgm:prSet presAssocID="{7AA98465-07BA-4767-9F1D-638EC4398C8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598AF8C-4CB7-4A1B-BAE3-704CF2F98E6F}" type="pres">
      <dgm:prSet presAssocID="{D24F6F6F-FC90-4720-8113-DDB5EEEE9EBF}" presName="spacer" presStyleCnt="0"/>
      <dgm:spPr/>
    </dgm:pt>
    <dgm:pt modelId="{6E6A02CE-53BB-4CA3-B906-D3E40278B220}" type="pres">
      <dgm:prSet presAssocID="{E33009D7-4190-4740-A223-EEF40A53071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4F00306-CBAC-427A-995D-207605408E58}" srcId="{CC818EAC-4AE4-435E-B542-B339154BA8F0}" destId="{7AA98465-07BA-4767-9F1D-638EC4398C88}" srcOrd="0" destOrd="0" parTransId="{195D0272-EC5B-49D8-8744-C98909255FC2}" sibTransId="{D24F6F6F-FC90-4720-8113-DDB5EEEE9EBF}"/>
    <dgm:cxn modelId="{12CD1931-EC9E-4D2D-8BD3-79819D145D8C}" type="presOf" srcId="{E33009D7-4190-4740-A223-EEF40A530717}" destId="{6E6A02CE-53BB-4CA3-B906-D3E40278B220}" srcOrd="0" destOrd="0" presId="urn:microsoft.com/office/officeart/2005/8/layout/vList2"/>
    <dgm:cxn modelId="{2810363E-B689-415F-9768-E9C2BE72B628}" srcId="{CC818EAC-4AE4-435E-B542-B339154BA8F0}" destId="{E33009D7-4190-4740-A223-EEF40A530717}" srcOrd="1" destOrd="0" parTransId="{11EB1B58-16A8-41E7-B914-4AF3E6911FF4}" sibTransId="{E8F9E740-C5A4-40EB-8381-19B062913D0F}"/>
    <dgm:cxn modelId="{2C34168B-23A7-4E3F-B74B-A1CABBE567B5}" type="presOf" srcId="{7AA98465-07BA-4767-9F1D-638EC4398C88}" destId="{D4280643-86D6-465C-BC5A-1158505DE2D2}" srcOrd="0" destOrd="0" presId="urn:microsoft.com/office/officeart/2005/8/layout/vList2"/>
    <dgm:cxn modelId="{24AFDCAA-1B8E-418F-8421-23E5D4DE6510}" type="presOf" srcId="{CC818EAC-4AE4-435E-B542-B339154BA8F0}" destId="{5BC3B015-17E3-4B48-8FDD-F59F2E85CB8C}" srcOrd="0" destOrd="0" presId="urn:microsoft.com/office/officeart/2005/8/layout/vList2"/>
    <dgm:cxn modelId="{8DD67D10-8F58-4FF0-8AD9-9754AF945358}" type="presParOf" srcId="{5BC3B015-17E3-4B48-8FDD-F59F2E85CB8C}" destId="{D4280643-86D6-465C-BC5A-1158505DE2D2}" srcOrd="0" destOrd="0" presId="urn:microsoft.com/office/officeart/2005/8/layout/vList2"/>
    <dgm:cxn modelId="{DC38E9CC-FA86-4700-A8CB-8B246892C4FC}" type="presParOf" srcId="{5BC3B015-17E3-4B48-8FDD-F59F2E85CB8C}" destId="{B598AF8C-4CB7-4A1B-BAE3-704CF2F98E6F}" srcOrd="1" destOrd="0" presId="urn:microsoft.com/office/officeart/2005/8/layout/vList2"/>
    <dgm:cxn modelId="{D18FCA07-6D22-4C99-94F5-7FDBCB83EA80}" type="presParOf" srcId="{5BC3B015-17E3-4B48-8FDD-F59F2E85CB8C}" destId="{6E6A02CE-53BB-4CA3-B906-D3E40278B22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D940077-16CD-4834-B251-0FE8CC6086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D1210C-1DFE-4E1E-8E63-7C0B5581D0DD}">
      <dgm:prSet/>
      <dgm:spPr/>
      <dgm:t>
        <a:bodyPr/>
        <a:lstStyle/>
        <a:p>
          <a:r>
            <a:rPr lang="en-US" dirty="0"/>
            <a:t> Like a recipe in cooking</a:t>
          </a:r>
        </a:p>
      </dgm:t>
    </dgm:pt>
    <dgm:pt modelId="{5C208F0B-AA3B-44ED-A5CA-2E0079FD3AF9}" type="parTrans" cxnId="{D818554A-7247-44F8-9500-18C5BBA37901}">
      <dgm:prSet/>
      <dgm:spPr/>
      <dgm:t>
        <a:bodyPr/>
        <a:lstStyle/>
        <a:p>
          <a:endParaRPr lang="en-US"/>
        </a:p>
      </dgm:t>
    </dgm:pt>
    <dgm:pt modelId="{505DA90B-572D-444D-AFB3-69186219B43F}" type="sibTrans" cxnId="{D818554A-7247-44F8-9500-18C5BBA37901}">
      <dgm:prSet/>
      <dgm:spPr/>
      <dgm:t>
        <a:bodyPr/>
        <a:lstStyle/>
        <a:p>
          <a:endParaRPr lang="en-US"/>
        </a:p>
      </dgm:t>
    </dgm:pt>
    <dgm:pt modelId="{E920BCFC-8438-4353-8EB7-3DF7DD6FB325}">
      <dgm:prSet/>
      <dgm:spPr/>
      <dgm:t>
        <a:bodyPr/>
        <a:lstStyle/>
        <a:p>
          <a:r>
            <a:rPr lang="en-US"/>
            <a:t>1. Boil water</a:t>
          </a:r>
        </a:p>
      </dgm:t>
    </dgm:pt>
    <dgm:pt modelId="{D0283100-ED9F-4669-A4B0-229B2D1A1AA6}" type="parTrans" cxnId="{230BB4DE-7F3D-4694-8ECE-612D16E42FFD}">
      <dgm:prSet/>
      <dgm:spPr/>
      <dgm:t>
        <a:bodyPr/>
        <a:lstStyle/>
        <a:p>
          <a:endParaRPr lang="en-US"/>
        </a:p>
      </dgm:t>
    </dgm:pt>
    <dgm:pt modelId="{F5AAC3A6-4208-40F8-8E48-FE2356D11020}" type="sibTrans" cxnId="{230BB4DE-7F3D-4694-8ECE-612D16E42FFD}">
      <dgm:prSet/>
      <dgm:spPr/>
      <dgm:t>
        <a:bodyPr/>
        <a:lstStyle/>
        <a:p>
          <a:endParaRPr lang="en-US"/>
        </a:p>
      </dgm:t>
    </dgm:pt>
    <dgm:pt modelId="{CEB93833-3520-4686-9121-DA4B6544DE2F}">
      <dgm:prSet/>
      <dgm:spPr/>
      <dgm:t>
        <a:bodyPr/>
        <a:lstStyle/>
        <a:p>
          <a:r>
            <a:rPr lang="en-US"/>
            <a:t>2. Add tea leaves</a:t>
          </a:r>
        </a:p>
      </dgm:t>
    </dgm:pt>
    <dgm:pt modelId="{F9358DCB-80E6-4F99-A105-5EB338CFC133}" type="parTrans" cxnId="{3E7D6248-DE3B-4A57-B92B-E18645F2E35C}">
      <dgm:prSet/>
      <dgm:spPr/>
      <dgm:t>
        <a:bodyPr/>
        <a:lstStyle/>
        <a:p>
          <a:endParaRPr lang="en-US"/>
        </a:p>
      </dgm:t>
    </dgm:pt>
    <dgm:pt modelId="{19033C93-C888-41F5-8331-C22F6604A984}" type="sibTrans" cxnId="{3E7D6248-DE3B-4A57-B92B-E18645F2E35C}">
      <dgm:prSet/>
      <dgm:spPr/>
      <dgm:t>
        <a:bodyPr/>
        <a:lstStyle/>
        <a:p>
          <a:endParaRPr lang="en-US"/>
        </a:p>
      </dgm:t>
    </dgm:pt>
    <dgm:pt modelId="{44F52230-D0CA-4E01-935B-FFDE3D36B735}">
      <dgm:prSet/>
      <dgm:spPr/>
      <dgm:t>
        <a:bodyPr/>
        <a:lstStyle/>
        <a:p>
          <a:r>
            <a:rPr lang="en-US"/>
            <a:t>3. Add sugar + milk</a:t>
          </a:r>
        </a:p>
      </dgm:t>
    </dgm:pt>
    <dgm:pt modelId="{9FF9D1C0-8275-499E-9A2F-2A70502F4CAD}" type="parTrans" cxnId="{8A6216DC-0360-4A94-96B4-1CC327CA265D}">
      <dgm:prSet/>
      <dgm:spPr/>
      <dgm:t>
        <a:bodyPr/>
        <a:lstStyle/>
        <a:p>
          <a:endParaRPr lang="en-US"/>
        </a:p>
      </dgm:t>
    </dgm:pt>
    <dgm:pt modelId="{9462593C-7541-4ACA-94F9-9EC9707880A3}" type="sibTrans" cxnId="{8A6216DC-0360-4A94-96B4-1CC327CA265D}">
      <dgm:prSet/>
      <dgm:spPr/>
      <dgm:t>
        <a:bodyPr/>
        <a:lstStyle/>
        <a:p>
          <a:endParaRPr lang="en-US"/>
        </a:p>
      </dgm:t>
    </dgm:pt>
    <dgm:pt modelId="{6E8179C0-3C70-4FA2-9690-89BA084A13BE}">
      <dgm:prSet/>
      <dgm:spPr/>
      <dgm:t>
        <a:bodyPr/>
        <a:lstStyle/>
        <a:p>
          <a:r>
            <a:rPr lang="en-US"/>
            <a:t>4. Serve</a:t>
          </a:r>
        </a:p>
      </dgm:t>
    </dgm:pt>
    <dgm:pt modelId="{F10A90EF-7BC2-4394-B343-2D81FB31CB15}" type="parTrans" cxnId="{04CC2DEC-3ED7-4934-8CC8-3CC3D1D58150}">
      <dgm:prSet/>
      <dgm:spPr/>
      <dgm:t>
        <a:bodyPr/>
        <a:lstStyle/>
        <a:p>
          <a:endParaRPr lang="en-US"/>
        </a:p>
      </dgm:t>
    </dgm:pt>
    <dgm:pt modelId="{647E95C7-5FFF-41ED-857B-0AE5DB25D045}" type="sibTrans" cxnId="{04CC2DEC-3ED7-4934-8CC8-3CC3D1D58150}">
      <dgm:prSet/>
      <dgm:spPr/>
      <dgm:t>
        <a:bodyPr/>
        <a:lstStyle/>
        <a:p>
          <a:endParaRPr lang="en-US"/>
        </a:p>
      </dgm:t>
    </dgm:pt>
    <dgm:pt modelId="{E1E22BEF-F842-40D2-8218-E1B1A9637D1E}">
      <dgm:prSet/>
      <dgm:spPr/>
      <dgm:t>
        <a:bodyPr/>
        <a:lstStyle/>
        <a:p>
          <a:r>
            <a:rPr lang="en-US"/>
            <a:t>• In Coding:</a:t>
          </a:r>
        </a:p>
      </dgm:t>
    </dgm:pt>
    <dgm:pt modelId="{0B775E02-9A59-498F-AB5E-20C848C91040}" type="parTrans" cxnId="{79CFC461-ECD9-474C-9352-9D3DC53B7E20}">
      <dgm:prSet/>
      <dgm:spPr/>
      <dgm:t>
        <a:bodyPr/>
        <a:lstStyle/>
        <a:p>
          <a:endParaRPr lang="en-US"/>
        </a:p>
      </dgm:t>
    </dgm:pt>
    <dgm:pt modelId="{7323F294-8771-44C1-BDEE-5A734977D0F0}" type="sibTrans" cxnId="{79CFC461-ECD9-474C-9352-9D3DC53B7E20}">
      <dgm:prSet/>
      <dgm:spPr/>
      <dgm:t>
        <a:bodyPr/>
        <a:lstStyle/>
        <a:p>
          <a:endParaRPr lang="en-US"/>
        </a:p>
      </dgm:t>
    </dgm:pt>
    <dgm:pt modelId="{9943B90C-FCFA-41F8-B076-F4495183F504}">
      <dgm:prSet/>
      <dgm:spPr/>
      <dgm:t>
        <a:bodyPr/>
        <a:lstStyle/>
        <a:p>
          <a:r>
            <a:rPr lang="en-US"/>
            <a:t>- Add two numbers → Combine sugar + flour</a:t>
          </a:r>
        </a:p>
      </dgm:t>
    </dgm:pt>
    <dgm:pt modelId="{C48A9762-319D-4DB9-BDF3-3482230707AA}" type="parTrans" cxnId="{79EA74EB-AEC6-4125-AC1B-64C211C76CC3}">
      <dgm:prSet/>
      <dgm:spPr/>
      <dgm:t>
        <a:bodyPr/>
        <a:lstStyle/>
        <a:p>
          <a:endParaRPr lang="en-US"/>
        </a:p>
      </dgm:t>
    </dgm:pt>
    <dgm:pt modelId="{29C936B4-D79F-4ABA-B2A2-D9B22C924730}" type="sibTrans" cxnId="{79EA74EB-AEC6-4125-AC1B-64C211C76CC3}">
      <dgm:prSet/>
      <dgm:spPr/>
      <dgm:t>
        <a:bodyPr/>
        <a:lstStyle/>
        <a:p>
          <a:endParaRPr lang="en-US"/>
        </a:p>
      </dgm:t>
    </dgm:pt>
    <dgm:pt modelId="{C4420DA7-6AAF-4A5D-963E-9C1FD4CC9248}">
      <dgm:prSet/>
      <dgm:spPr/>
      <dgm:t>
        <a:bodyPr/>
        <a:lstStyle/>
        <a:p>
          <a:r>
            <a:rPr lang="en-US"/>
            <a:t>- Find largest of three → Compare fruit boxes</a:t>
          </a:r>
        </a:p>
      </dgm:t>
    </dgm:pt>
    <dgm:pt modelId="{88A9E812-C0C1-4DB3-B1ED-D48A2B44D981}" type="parTrans" cxnId="{67910F4B-B08E-461F-95FD-15A3227CC952}">
      <dgm:prSet/>
      <dgm:spPr/>
      <dgm:t>
        <a:bodyPr/>
        <a:lstStyle/>
        <a:p>
          <a:endParaRPr lang="en-US"/>
        </a:p>
      </dgm:t>
    </dgm:pt>
    <dgm:pt modelId="{29E956E9-9873-4F3C-8FD9-2183FC835578}" type="sibTrans" cxnId="{67910F4B-B08E-461F-95FD-15A3227CC952}">
      <dgm:prSet/>
      <dgm:spPr/>
      <dgm:t>
        <a:bodyPr/>
        <a:lstStyle/>
        <a:p>
          <a:endParaRPr lang="en-US"/>
        </a:p>
      </dgm:t>
    </dgm:pt>
    <dgm:pt modelId="{2DEF2754-D40F-44E3-B8A7-9138C115457A}" type="pres">
      <dgm:prSet presAssocID="{BD940077-16CD-4834-B251-0FE8CC608692}" presName="root" presStyleCnt="0">
        <dgm:presLayoutVars>
          <dgm:dir/>
          <dgm:resizeHandles val="exact"/>
        </dgm:presLayoutVars>
      </dgm:prSet>
      <dgm:spPr/>
    </dgm:pt>
    <dgm:pt modelId="{944562B7-D9A3-4F65-88C2-3B4609167E21}" type="pres">
      <dgm:prSet presAssocID="{3DD1210C-1DFE-4E1E-8E63-7C0B5581D0DD}" presName="compNode" presStyleCnt="0"/>
      <dgm:spPr/>
    </dgm:pt>
    <dgm:pt modelId="{D6182E7B-7D12-4517-8A2D-C2DE61FB0DA0}" type="pres">
      <dgm:prSet presAssocID="{3DD1210C-1DFE-4E1E-8E63-7C0B5581D0DD}" presName="bgRect" presStyleLbl="bgShp" presStyleIdx="0" presStyleCnt="8"/>
      <dgm:spPr/>
    </dgm:pt>
    <dgm:pt modelId="{9E12DB0C-FB16-45F6-A369-25C4476FE7DE}" type="pres">
      <dgm:prSet presAssocID="{3DD1210C-1DFE-4E1E-8E63-7C0B5581D0DD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3589B056-DC56-4689-BDF5-8963170E985A}" type="pres">
      <dgm:prSet presAssocID="{3DD1210C-1DFE-4E1E-8E63-7C0B5581D0DD}" presName="spaceRect" presStyleCnt="0"/>
      <dgm:spPr/>
    </dgm:pt>
    <dgm:pt modelId="{55D42041-7B68-4D5B-B2A8-C7B22BD09ACB}" type="pres">
      <dgm:prSet presAssocID="{3DD1210C-1DFE-4E1E-8E63-7C0B5581D0DD}" presName="parTx" presStyleLbl="revTx" presStyleIdx="0" presStyleCnt="8">
        <dgm:presLayoutVars>
          <dgm:chMax val="0"/>
          <dgm:chPref val="0"/>
        </dgm:presLayoutVars>
      </dgm:prSet>
      <dgm:spPr/>
    </dgm:pt>
    <dgm:pt modelId="{B7C9EEC0-068D-4A31-B292-1DE0987F13F6}" type="pres">
      <dgm:prSet presAssocID="{505DA90B-572D-444D-AFB3-69186219B43F}" presName="sibTrans" presStyleCnt="0"/>
      <dgm:spPr/>
    </dgm:pt>
    <dgm:pt modelId="{1C914EFB-031D-4FCD-9A52-2C01BB21A048}" type="pres">
      <dgm:prSet presAssocID="{E920BCFC-8438-4353-8EB7-3DF7DD6FB325}" presName="compNode" presStyleCnt="0"/>
      <dgm:spPr/>
    </dgm:pt>
    <dgm:pt modelId="{6DE937E6-CCB0-423B-9700-3A10D694430A}" type="pres">
      <dgm:prSet presAssocID="{E920BCFC-8438-4353-8EB7-3DF7DD6FB325}" presName="bgRect" presStyleLbl="bgShp" presStyleIdx="1" presStyleCnt="8"/>
      <dgm:spPr/>
    </dgm:pt>
    <dgm:pt modelId="{24A1A826-DD66-486D-9E88-03914D3E7435}" type="pres">
      <dgm:prSet presAssocID="{E920BCFC-8438-4353-8EB7-3DF7DD6FB325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7BE76EDB-9DFA-439C-8CEF-844B3EDBA9EA}" type="pres">
      <dgm:prSet presAssocID="{E920BCFC-8438-4353-8EB7-3DF7DD6FB325}" presName="spaceRect" presStyleCnt="0"/>
      <dgm:spPr/>
    </dgm:pt>
    <dgm:pt modelId="{3BBB2DD5-D7A2-46D7-907B-F6C2DF202F08}" type="pres">
      <dgm:prSet presAssocID="{E920BCFC-8438-4353-8EB7-3DF7DD6FB325}" presName="parTx" presStyleLbl="revTx" presStyleIdx="1" presStyleCnt="8">
        <dgm:presLayoutVars>
          <dgm:chMax val="0"/>
          <dgm:chPref val="0"/>
        </dgm:presLayoutVars>
      </dgm:prSet>
      <dgm:spPr/>
    </dgm:pt>
    <dgm:pt modelId="{22A39796-6C1A-4098-8883-AB3AA7B3BBCF}" type="pres">
      <dgm:prSet presAssocID="{F5AAC3A6-4208-40F8-8E48-FE2356D11020}" presName="sibTrans" presStyleCnt="0"/>
      <dgm:spPr/>
    </dgm:pt>
    <dgm:pt modelId="{BC767F8D-0EDE-4DBE-8904-B1D2AEA4AAE1}" type="pres">
      <dgm:prSet presAssocID="{CEB93833-3520-4686-9121-DA4B6544DE2F}" presName="compNode" presStyleCnt="0"/>
      <dgm:spPr/>
    </dgm:pt>
    <dgm:pt modelId="{BE5E3C4D-EC1F-44C4-86AF-D69532DD7311}" type="pres">
      <dgm:prSet presAssocID="{CEB93833-3520-4686-9121-DA4B6544DE2F}" presName="bgRect" presStyleLbl="bgShp" presStyleIdx="2" presStyleCnt="8"/>
      <dgm:spPr/>
    </dgm:pt>
    <dgm:pt modelId="{EA8254AC-23C6-40E3-87EE-CC1670F36A58}" type="pres">
      <dgm:prSet presAssocID="{CEB93833-3520-4686-9121-DA4B6544DE2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"/>
        </a:ext>
      </dgm:extLst>
    </dgm:pt>
    <dgm:pt modelId="{CA6AE6B5-4AAC-4482-938B-F3E53E1CE592}" type="pres">
      <dgm:prSet presAssocID="{CEB93833-3520-4686-9121-DA4B6544DE2F}" presName="spaceRect" presStyleCnt="0"/>
      <dgm:spPr/>
    </dgm:pt>
    <dgm:pt modelId="{8184BB72-C7E5-4FB5-8686-C7DF6CF9D358}" type="pres">
      <dgm:prSet presAssocID="{CEB93833-3520-4686-9121-DA4B6544DE2F}" presName="parTx" presStyleLbl="revTx" presStyleIdx="2" presStyleCnt="8">
        <dgm:presLayoutVars>
          <dgm:chMax val="0"/>
          <dgm:chPref val="0"/>
        </dgm:presLayoutVars>
      </dgm:prSet>
      <dgm:spPr/>
    </dgm:pt>
    <dgm:pt modelId="{0B895692-18A6-4B61-98DD-A208C1370E73}" type="pres">
      <dgm:prSet presAssocID="{19033C93-C888-41F5-8331-C22F6604A984}" presName="sibTrans" presStyleCnt="0"/>
      <dgm:spPr/>
    </dgm:pt>
    <dgm:pt modelId="{781984BD-85E8-4DC9-8DFF-F729A14D5BF5}" type="pres">
      <dgm:prSet presAssocID="{44F52230-D0CA-4E01-935B-FFDE3D36B735}" presName="compNode" presStyleCnt="0"/>
      <dgm:spPr/>
    </dgm:pt>
    <dgm:pt modelId="{F87839C0-911E-41F2-B0A9-F7A2EEA3E17B}" type="pres">
      <dgm:prSet presAssocID="{44F52230-D0CA-4E01-935B-FFDE3D36B735}" presName="bgRect" presStyleLbl="bgShp" presStyleIdx="3" presStyleCnt="8"/>
      <dgm:spPr/>
    </dgm:pt>
    <dgm:pt modelId="{C3F9155F-B0AC-435D-B5FC-0E854EDBC510}" type="pres">
      <dgm:prSet presAssocID="{44F52230-D0CA-4E01-935B-FFDE3D36B735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ce cream"/>
        </a:ext>
      </dgm:extLst>
    </dgm:pt>
    <dgm:pt modelId="{090BC3B7-EB56-4FA1-A431-92DC4C745EA3}" type="pres">
      <dgm:prSet presAssocID="{44F52230-D0CA-4E01-935B-FFDE3D36B735}" presName="spaceRect" presStyleCnt="0"/>
      <dgm:spPr/>
    </dgm:pt>
    <dgm:pt modelId="{1BB7F916-5199-4697-8FDE-B8FA6CAB177F}" type="pres">
      <dgm:prSet presAssocID="{44F52230-D0CA-4E01-935B-FFDE3D36B735}" presName="parTx" presStyleLbl="revTx" presStyleIdx="3" presStyleCnt="8">
        <dgm:presLayoutVars>
          <dgm:chMax val="0"/>
          <dgm:chPref val="0"/>
        </dgm:presLayoutVars>
      </dgm:prSet>
      <dgm:spPr/>
    </dgm:pt>
    <dgm:pt modelId="{620A54D1-E9E2-4C57-B1CF-46B44F3F4F08}" type="pres">
      <dgm:prSet presAssocID="{9462593C-7541-4ACA-94F9-9EC9707880A3}" presName="sibTrans" presStyleCnt="0"/>
      <dgm:spPr/>
    </dgm:pt>
    <dgm:pt modelId="{D6887CE6-6553-4ECB-B21D-CA603927C2DB}" type="pres">
      <dgm:prSet presAssocID="{6E8179C0-3C70-4FA2-9690-89BA084A13BE}" presName="compNode" presStyleCnt="0"/>
      <dgm:spPr/>
    </dgm:pt>
    <dgm:pt modelId="{B1B67D74-E369-44C6-9EC3-85066945620D}" type="pres">
      <dgm:prSet presAssocID="{6E8179C0-3C70-4FA2-9690-89BA084A13BE}" presName="bgRect" presStyleLbl="bgShp" presStyleIdx="4" presStyleCnt="8"/>
      <dgm:spPr/>
    </dgm:pt>
    <dgm:pt modelId="{B43C1812-AF68-4EDD-987E-AC3AAB5C099C}" type="pres">
      <dgm:prSet presAssocID="{6E8179C0-3C70-4FA2-9690-89BA084A13B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ECBD1F05-DF86-49CB-97C9-701EDF1C2495}" type="pres">
      <dgm:prSet presAssocID="{6E8179C0-3C70-4FA2-9690-89BA084A13BE}" presName="spaceRect" presStyleCnt="0"/>
      <dgm:spPr/>
    </dgm:pt>
    <dgm:pt modelId="{6F5EEA81-211F-4B55-A259-F8BA147918D4}" type="pres">
      <dgm:prSet presAssocID="{6E8179C0-3C70-4FA2-9690-89BA084A13BE}" presName="parTx" presStyleLbl="revTx" presStyleIdx="4" presStyleCnt="8">
        <dgm:presLayoutVars>
          <dgm:chMax val="0"/>
          <dgm:chPref val="0"/>
        </dgm:presLayoutVars>
      </dgm:prSet>
      <dgm:spPr/>
    </dgm:pt>
    <dgm:pt modelId="{AD8745DC-0038-407B-A3AB-D9BCE3D63F2D}" type="pres">
      <dgm:prSet presAssocID="{647E95C7-5FFF-41ED-857B-0AE5DB25D045}" presName="sibTrans" presStyleCnt="0"/>
      <dgm:spPr/>
    </dgm:pt>
    <dgm:pt modelId="{8E127877-FACF-4E76-B9FA-1E23374D6D9D}" type="pres">
      <dgm:prSet presAssocID="{E1E22BEF-F842-40D2-8218-E1B1A9637D1E}" presName="compNode" presStyleCnt="0"/>
      <dgm:spPr/>
    </dgm:pt>
    <dgm:pt modelId="{84684DD4-2384-470B-98A1-EBEF79F4AD8B}" type="pres">
      <dgm:prSet presAssocID="{E1E22BEF-F842-40D2-8218-E1B1A9637D1E}" presName="bgRect" presStyleLbl="bgShp" presStyleIdx="5" presStyleCnt="8"/>
      <dgm:spPr/>
    </dgm:pt>
    <dgm:pt modelId="{ADE2525D-5F75-4B11-8310-D35DE232FD94}" type="pres">
      <dgm:prSet presAssocID="{E1E22BEF-F842-40D2-8218-E1B1A9637D1E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2EF6BD95-9536-44D8-8D69-883323BA9221}" type="pres">
      <dgm:prSet presAssocID="{E1E22BEF-F842-40D2-8218-E1B1A9637D1E}" presName="spaceRect" presStyleCnt="0"/>
      <dgm:spPr/>
    </dgm:pt>
    <dgm:pt modelId="{7F527681-D6E1-471B-B2BB-4CCD2A76B524}" type="pres">
      <dgm:prSet presAssocID="{E1E22BEF-F842-40D2-8218-E1B1A9637D1E}" presName="parTx" presStyleLbl="revTx" presStyleIdx="5" presStyleCnt="8">
        <dgm:presLayoutVars>
          <dgm:chMax val="0"/>
          <dgm:chPref val="0"/>
        </dgm:presLayoutVars>
      </dgm:prSet>
      <dgm:spPr/>
    </dgm:pt>
    <dgm:pt modelId="{9C067227-FECA-485F-85B7-E65F652F8882}" type="pres">
      <dgm:prSet presAssocID="{7323F294-8771-44C1-BDEE-5A734977D0F0}" presName="sibTrans" presStyleCnt="0"/>
      <dgm:spPr/>
    </dgm:pt>
    <dgm:pt modelId="{C5A28AC6-917F-4209-BFE8-3E09854D4DE5}" type="pres">
      <dgm:prSet presAssocID="{9943B90C-FCFA-41F8-B076-F4495183F504}" presName="compNode" presStyleCnt="0"/>
      <dgm:spPr/>
    </dgm:pt>
    <dgm:pt modelId="{421E55D7-EFF8-4473-A29B-880534BDB5C0}" type="pres">
      <dgm:prSet presAssocID="{9943B90C-FCFA-41F8-B076-F4495183F504}" presName="bgRect" presStyleLbl="bgShp" presStyleIdx="6" presStyleCnt="8"/>
      <dgm:spPr/>
    </dgm:pt>
    <dgm:pt modelId="{805E859A-0929-4ED6-BD15-378D38EB11A1}" type="pres">
      <dgm:prSet presAssocID="{9943B90C-FCFA-41F8-B076-F4495183F504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pcake"/>
        </a:ext>
      </dgm:extLst>
    </dgm:pt>
    <dgm:pt modelId="{C70E6894-E439-47D8-8F38-C87EC3C1CEBB}" type="pres">
      <dgm:prSet presAssocID="{9943B90C-FCFA-41F8-B076-F4495183F504}" presName="spaceRect" presStyleCnt="0"/>
      <dgm:spPr/>
    </dgm:pt>
    <dgm:pt modelId="{65D30754-517E-4340-91F4-C7AB4D3C53BA}" type="pres">
      <dgm:prSet presAssocID="{9943B90C-FCFA-41F8-B076-F4495183F504}" presName="parTx" presStyleLbl="revTx" presStyleIdx="6" presStyleCnt="8">
        <dgm:presLayoutVars>
          <dgm:chMax val="0"/>
          <dgm:chPref val="0"/>
        </dgm:presLayoutVars>
      </dgm:prSet>
      <dgm:spPr/>
    </dgm:pt>
    <dgm:pt modelId="{60933660-5B02-4849-809C-BAD20F3C49B4}" type="pres">
      <dgm:prSet presAssocID="{29C936B4-D79F-4ABA-B2A2-D9B22C924730}" presName="sibTrans" presStyleCnt="0"/>
      <dgm:spPr/>
    </dgm:pt>
    <dgm:pt modelId="{AAAEA7DA-415D-4255-B775-4CF575871C94}" type="pres">
      <dgm:prSet presAssocID="{C4420DA7-6AAF-4A5D-963E-9C1FD4CC9248}" presName="compNode" presStyleCnt="0"/>
      <dgm:spPr/>
    </dgm:pt>
    <dgm:pt modelId="{A91EA8BC-1934-4888-8213-9FD85A9F16A0}" type="pres">
      <dgm:prSet presAssocID="{C4420DA7-6AAF-4A5D-963E-9C1FD4CC9248}" presName="bgRect" presStyleLbl="bgShp" presStyleIdx="7" presStyleCnt="8"/>
      <dgm:spPr/>
    </dgm:pt>
    <dgm:pt modelId="{99246D66-15C6-4327-AD91-4DF75ADDF1D0}" type="pres">
      <dgm:prSet presAssocID="{C4420DA7-6AAF-4A5D-963E-9C1FD4CC9248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7FDC2BD6-EE7F-48D1-A40B-C70F088B3C53}" type="pres">
      <dgm:prSet presAssocID="{C4420DA7-6AAF-4A5D-963E-9C1FD4CC9248}" presName="spaceRect" presStyleCnt="0"/>
      <dgm:spPr/>
    </dgm:pt>
    <dgm:pt modelId="{2CAA7E5F-E353-4F7F-BEA2-DC58685F0BA9}" type="pres">
      <dgm:prSet presAssocID="{C4420DA7-6AAF-4A5D-963E-9C1FD4CC9248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8CA1680E-8FE2-4DEE-A4E4-FCBCAA300E7A}" type="presOf" srcId="{6E8179C0-3C70-4FA2-9690-89BA084A13BE}" destId="{6F5EEA81-211F-4B55-A259-F8BA147918D4}" srcOrd="0" destOrd="0" presId="urn:microsoft.com/office/officeart/2018/2/layout/IconVerticalSolidList"/>
    <dgm:cxn modelId="{4D77AF23-3965-4243-9A62-8C3473DFB0A8}" type="presOf" srcId="{CEB93833-3520-4686-9121-DA4B6544DE2F}" destId="{8184BB72-C7E5-4FB5-8686-C7DF6CF9D358}" srcOrd="0" destOrd="0" presId="urn:microsoft.com/office/officeart/2018/2/layout/IconVerticalSolidList"/>
    <dgm:cxn modelId="{38F52E28-9B3C-47B1-A032-12631078F60B}" type="presOf" srcId="{44F52230-D0CA-4E01-935B-FFDE3D36B735}" destId="{1BB7F916-5199-4697-8FDE-B8FA6CAB177F}" srcOrd="0" destOrd="0" presId="urn:microsoft.com/office/officeart/2018/2/layout/IconVerticalSolidList"/>
    <dgm:cxn modelId="{79CFC461-ECD9-474C-9352-9D3DC53B7E20}" srcId="{BD940077-16CD-4834-B251-0FE8CC608692}" destId="{E1E22BEF-F842-40D2-8218-E1B1A9637D1E}" srcOrd="5" destOrd="0" parTransId="{0B775E02-9A59-498F-AB5E-20C848C91040}" sibTransId="{7323F294-8771-44C1-BDEE-5A734977D0F0}"/>
    <dgm:cxn modelId="{7B69D444-7A16-46DD-9A37-072BB35322C9}" type="presOf" srcId="{BD940077-16CD-4834-B251-0FE8CC608692}" destId="{2DEF2754-D40F-44E3-B8A7-9138C115457A}" srcOrd="0" destOrd="0" presId="urn:microsoft.com/office/officeart/2018/2/layout/IconVerticalSolidList"/>
    <dgm:cxn modelId="{DD0FBD47-3014-41D1-AB1B-785B524DEBC1}" type="presOf" srcId="{3DD1210C-1DFE-4E1E-8E63-7C0B5581D0DD}" destId="{55D42041-7B68-4D5B-B2A8-C7B22BD09ACB}" srcOrd="0" destOrd="0" presId="urn:microsoft.com/office/officeart/2018/2/layout/IconVerticalSolidList"/>
    <dgm:cxn modelId="{3E7D6248-DE3B-4A57-B92B-E18645F2E35C}" srcId="{BD940077-16CD-4834-B251-0FE8CC608692}" destId="{CEB93833-3520-4686-9121-DA4B6544DE2F}" srcOrd="2" destOrd="0" parTransId="{F9358DCB-80E6-4F99-A105-5EB338CFC133}" sibTransId="{19033C93-C888-41F5-8331-C22F6604A984}"/>
    <dgm:cxn modelId="{D818554A-7247-44F8-9500-18C5BBA37901}" srcId="{BD940077-16CD-4834-B251-0FE8CC608692}" destId="{3DD1210C-1DFE-4E1E-8E63-7C0B5581D0DD}" srcOrd="0" destOrd="0" parTransId="{5C208F0B-AA3B-44ED-A5CA-2E0079FD3AF9}" sibTransId="{505DA90B-572D-444D-AFB3-69186219B43F}"/>
    <dgm:cxn modelId="{67910F4B-B08E-461F-95FD-15A3227CC952}" srcId="{BD940077-16CD-4834-B251-0FE8CC608692}" destId="{C4420DA7-6AAF-4A5D-963E-9C1FD4CC9248}" srcOrd="7" destOrd="0" parTransId="{88A9E812-C0C1-4DB3-B1ED-D48A2B44D981}" sibTransId="{29E956E9-9873-4F3C-8FD9-2183FC835578}"/>
    <dgm:cxn modelId="{1F348D4B-3A1F-4406-8727-6E9EC2345A3C}" type="presOf" srcId="{9943B90C-FCFA-41F8-B076-F4495183F504}" destId="{65D30754-517E-4340-91F4-C7AB4D3C53BA}" srcOrd="0" destOrd="0" presId="urn:microsoft.com/office/officeart/2018/2/layout/IconVerticalSolidList"/>
    <dgm:cxn modelId="{442C18C7-3834-4100-B535-504DC9E9E6EC}" type="presOf" srcId="{C4420DA7-6AAF-4A5D-963E-9C1FD4CC9248}" destId="{2CAA7E5F-E353-4F7F-BEA2-DC58685F0BA9}" srcOrd="0" destOrd="0" presId="urn:microsoft.com/office/officeart/2018/2/layout/IconVerticalSolidList"/>
    <dgm:cxn modelId="{A4E7F6D5-06AA-4E14-82AF-51CF73B22816}" type="presOf" srcId="{E920BCFC-8438-4353-8EB7-3DF7DD6FB325}" destId="{3BBB2DD5-D7A2-46D7-907B-F6C2DF202F08}" srcOrd="0" destOrd="0" presId="urn:microsoft.com/office/officeart/2018/2/layout/IconVerticalSolidList"/>
    <dgm:cxn modelId="{8A6216DC-0360-4A94-96B4-1CC327CA265D}" srcId="{BD940077-16CD-4834-B251-0FE8CC608692}" destId="{44F52230-D0CA-4E01-935B-FFDE3D36B735}" srcOrd="3" destOrd="0" parTransId="{9FF9D1C0-8275-499E-9A2F-2A70502F4CAD}" sibTransId="{9462593C-7541-4ACA-94F9-9EC9707880A3}"/>
    <dgm:cxn modelId="{230BB4DE-7F3D-4694-8ECE-612D16E42FFD}" srcId="{BD940077-16CD-4834-B251-0FE8CC608692}" destId="{E920BCFC-8438-4353-8EB7-3DF7DD6FB325}" srcOrd="1" destOrd="0" parTransId="{D0283100-ED9F-4669-A4B0-229B2D1A1AA6}" sibTransId="{F5AAC3A6-4208-40F8-8E48-FE2356D11020}"/>
    <dgm:cxn modelId="{79EA74EB-AEC6-4125-AC1B-64C211C76CC3}" srcId="{BD940077-16CD-4834-B251-0FE8CC608692}" destId="{9943B90C-FCFA-41F8-B076-F4495183F504}" srcOrd="6" destOrd="0" parTransId="{C48A9762-319D-4DB9-BDF3-3482230707AA}" sibTransId="{29C936B4-D79F-4ABA-B2A2-D9B22C924730}"/>
    <dgm:cxn modelId="{04CC2DEC-3ED7-4934-8CC8-3CC3D1D58150}" srcId="{BD940077-16CD-4834-B251-0FE8CC608692}" destId="{6E8179C0-3C70-4FA2-9690-89BA084A13BE}" srcOrd="4" destOrd="0" parTransId="{F10A90EF-7BC2-4394-B343-2D81FB31CB15}" sibTransId="{647E95C7-5FFF-41ED-857B-0AE5DB25D045}"/>
    <dgm:cxn modelId="{B1E5AFF8-A2FB-4008-A88D-BF1A0A2FF515}" type="presOf" srcId="{E1E22BEF-F842-40D2-8218-E1B1A9637D1E}" destId="{7F527681-D6E1-471B-B2BB-4CCD2A76B524}" srcOrd="0" destOrd="0" presId="urn:microsoft.com/office/officeart/2018/2/layout/IconVerticalSolidList"/>
    <dgm:cxn modelId="{C084BE49-4DB5-4C52-B2BA-CECDEE1C3CE8}" type="presParOf" srcId="{2DEF2754-D40F-44E3-B8A7-9138C115457A}" destId="{944562B7-D9A3-4F65-88C2-3B4609167E21}" srcOrd="0" destOrd="0" presId="urn:microsoft.com/office/officeart/2018/2/layout/IconVerticalSolidList"/>
    <dgm:cxn modelId="{24526105-E584-4F99-BD89-22A56654D323}" type="presParOf" srcId="{944562B7-D9A3-4F65-88C2-3B4609167E21}" destId="{D6182E7B-7D12-4517-8A2D-C2DE61FB0DA0}" srcOrd="0" destOrd="0" presId="urn:microsoft.com/office/officeart/2018/2/layout/IconVerticalSolidList"/>
    <dgm:cxn modelId="{79133262-4F08-4487-8E92-C6B91EA68C64}" type="presParOf" srcId="{944562B7-D9A3-4F65-88C2-3B4609167E21}" destId="{9E12DB0C-FB16-45F6-A369-25C4476FE7DE}" srcOrd="1" destOrd="0" presId="urn:microsoft.com/office/officeart/2018/2/layout/IconVerticalSolidList"/>
    <dgm:cxn modelId="{62014013-5CE8-4C10-8255-EB24BB903BD3}" type="presParOf" srcId="{944562B7-D9A3-4F65-88C2-3B4609167E21}" destId="{3589B056-DC56-4689-BDF5-8963170E985A}" srcOrd="2" destOrd="0" presId="urn:microsoft.com/office/officeart/2018/2/layout/IconVerticalSolidList"/>
    <dgm:cxn modelId="{5004854C-61C0-4E87-A1EE-E1A8AD54D554}" type="presParOf" srcId="{944562B7-D9A3-4F65-88C2-3B4609167E21}" destId="{55D42041-7B68-4D5B-B2A8-C7B22BD09ACB}" srcOrd="3" destOrd="0" presId="urn:microsoft.com/office/officeart/2018/2/layout/IconVerticalSolidList"/>
    <dgm:cxn modelId="{DE5E2B0F-591B-4128-AAF3-AA8FE3D64D21}" type="presParOf" srcId="{2DEF2754-D40F-44E3-B8A7-9138C115457A}" destId="{B7C9EEC0-068D-4A31-B292-1DE0987F13F6}" srcOrd="1" destOrd="0" presId="urn:microsoft.com/office/officeart/2018/2/layout/IconVerticalSolidList"/>
    <dgm:cxn modelId="{C2F08518-A6F0-4755-9A6E-F71273944929}" type="presParOf" srcId="{2DEF2754-D40F-44E3-B8A7-9138C115457A}" destId="{1C914EFB-031D-4FCD-9A52-2C01BB21A048}" srcOrd="2" destOrd="0" presId="urn:microsoft.com/office/officeart/2018/2/layout/IconVerticalSolidList"/>
    <dgm:cxn modelId="{8FB5A935-A600-4319-AABA-32DDC9008D06}" type="presParOf" srcId="{1C914EFB-031D-4FCD-9A52-2C01BB21A048}" destId="{6DE937E6-CCB0-423B-9700-3A10D694430A}" srcOrd="0" destOrd="0" presId="urn:microsoft.com/office/officeart/2018/2/layout/IconVerticalSolidList"/>
    <dgm:cxn modelId="{28633778-9CD8-4F92-A8C9-779499CF7936}" type="presParOf" srcId="{1C914EFB-031D-4FCD-9A52-2C01BB21A048}" destId="{24A1A826-DD66-486D-9E88-03914D3E7435}" srcOrd="1" destOrd="0" presId="urn:microsoft.com/office/officeart/2018/2/layout/IconVerticalSolidList"/>
    <dgm:cxn modelId="{08664ACF-9164-4FF2-A2A0-C9D200F7BB10}" type="presParOf" srcId="{1C914EFB-031D-4FCD-9A52-2C01BB21A048}" destId="{7BE76EDB-9DFA-439C-8CEF-844B3EDBA9EA}" srcOrd="2" destOrd="0" presId="urn:microsoft.com/office/officeart/2018/2/layout/IconVerticalSolidList"/>
    <dgm:cxn modelId="{B5A14330-A6AB-4876-82EF-69884B5CAFC7}" type="presParOf" srcId="{1C914EFB-031D-4FCD-9A52-2C01BB21A048}" destId="{3BBB2DD5-D7A2-46D7-907B-F6C2DF202F08}" srcOrd="3" destOrd="0" presId="urn:microsoft.com/office/officeart/2018/2/layout/IconVerticalSolidList"/>
    <dgm:cxn modelId="{F8D00A56-B067-4FC0-BC26-F834AB3B92EB}" type="presParOf" srcId="{2DEF2754-D40F-44E3-B8A7-9138C115457A}" destId="{22A39796-6C1A-4098-8883-AB3AA7B3BBCF}" srcOrd="3" destOrd="0" presId="urn:microsoft.com/office/officeart/2018/2/layout/IconVerticalSolidList"/>
    <dgm:cxn modelId="{C4C1AAA7-3470-4800-8C14-B845DE35CDD3}" type="presParOf" srcId="{2DEF2754-D40F-44E3-B8A7-9138C115457A}" destId="{BC767F8D-0EDE-4DBE-8904-B1D2AEA4AAE1}" srcOrd="4" destOrd="0" presId="urn:microsoft.com/office/officeart/2018/2/layout/IconVerticalSolidList"/>
    <dgm:cxn modelId="{A1B281E1-B57F-4E0F-BB44-763CA67A2CC8}" type="presParOf" srcId="{BC767F8D-0EDE-4DBE-8904-B1D2AEA4AAE1}" destId="{BE5E3C4D-EC1F-44C4-86AF-D69532DD7311}" srcOrd="0" destOrd="0" presId="urn:microsoft.com/office/officeart/2018/2/layout/IconVerticalSolidList"/>
    <dgm:cxn modelId="{A451B308-F2FF-4DF7-94BB-A453B2072C77}" type="presParOf" srcId="{BC767F8D-0EDE-4DBE-8904-B1D2AEA4AAE1}" destId="{EA8254AC-23C6-40E3-87EE-CC1670F36A58}" srcOrd="1" destOrd="0" presId="urn:microsoft.com/office/officeart/2018/2/layout/IconVerticalSolidList"/>
    <dgm:cxn modelId="{78084E3E-AE89-413C-99A4-9377364062D5}" type="presParOf" srcId="{BC767F8D-0EDE-4DBE-8904-B1D2AEA4AAE1}" destId="{CA6AE6B5-4AAC-4482-938B-F3E53E1CE592}" srcOrd="2" destOrd="0" presId="urn:microsoft.com/office/officeart/2018/2/layout/IconVerticalSolidList"/>
    <dgm:cxn modelId="{F93362E9-4C5A-4F4A-BDAD-FA25B79019B7}" type="presParOf" srcId="{BC767F8D-0EDE-4DBE-8904-B1D2AEA4AAE1}" destId="{8184BB72-C7E5-4FB5-8686-C7DF6CF9D358}" srcOrd="3" destOrd="0" presId="urn:microsoft.com/office/officeart/2018/2/layout/IconVerticalSolidList"/>
    <dgm:cxn modelId="{72FBF9EB-ADAB-43E1-812A-1B8A99179D2A}" type="presParOf" srcId="{2DEF2754-D40F-44E3-B8A7-9138C115457A}" destId="{0B895692-18A6-4B61-98DD-A208C1370E73}" srcOrd="5" destOrd="0" presId="urn:microsoft.com/office/officeart/2018/2/layout/IconVerticalSolidList"/>
    <dgm:cxn modelId="{2ED25FFE-4581-44BA-B2FE-A457FCA64BAE}" type="presParOf" srcId="{2DEF2754-D40F-44E3-B8A7-9138C115457A}" destId="{781984BD-85E8-4DC9-8DFF-F729A14D5BF5}" srcOrd="6" destOrd="0" presId="urn:microsoft.com/office/officeart/2018/2/layout/IconVerticalSolidList"/>
    <dgm:cxn modelId="{4A3BF01F-2ABC-414A-AE4B-69B8EE4E8F50}" type="presParOf" srcId="{781984BD-85E8-4DC9-8DFF-F729A14D5BF5}" destId="{F87839C0-911E-41F2-B0A9-F7A2EEA3E17B}" srcOrd="0" destOrd="0" presId="urn:microsoft.com/office/officeart/2018/2/layout/IconVerticalSolidList"/>
    <dgm:cxn modelId="{15617BB3-B563-4435-8FB8-865E432764DF}" type="presParOf" srcId="{781984BD-85E8-4DC9-8DFF-F729A14D5BF5}" destId="{C3F9155F-B0AC-435D-B5FC-0E854EDBC510}" srcOrd="1" destOrd="0" presId="urn:microsoft.com/office/officeart/2018/2/layout/IconVerticalSolidList"/>
    <dgm:cxn modelId="{7E7D5252-9F5C-4BC9-A551-103C523929C7}" type="presParOf" srcId="{781984BD-85E8-4DC9-8DFF-F729A14D5BF5}" destId="{090BC3B7-EB56-4FA1-A431-92DC4C745EA3}" srcOrd="2" destOrd="0" presId="urn:microsoft.com/office/officeart/2018/2/layout/IconVerticalSolidList"/>
    <dgm:cxn modelId="{2CD56922-0B2C-4E0C-A462-A381E07C5F3B}" type="presParOf" srcId="{781984BD-85E8-4DC9-8DFF-F729A14D5BF5}" destId="{1BB7F916-5199-4697-8FDE-B8FA6CAB177F}" srcOrd="3" destOrd="0" presId="urn:microsoft.com/office/officeart/2018/2/layout/IconVerticalSolidList"/>
    <dgm:cxn modelId="{159D4DE4-8B30-46A6-89CB-2EFC58E3BC74}" type="presParOf" srcId="{2DEF2754-D40F-44E3-B8A7-9138C115457A}" destId="{620A54D1-E9E2-4C57-B1CF-46B44F3F4F08}" srcOrd="7" destOrd="0" presId="urn:microsoft.com/office/officeart/2018/2/layout/IconVerticalSolidList"/>
    <dgm:cxn modelId="{85F63080-35CE-4411-A3D3-716DF03A1EC1}" type="presParOf" srcId="{2DEF2754-D40F-44E3-B8A7-9138C115457A}" destId="{D6887CE6-6553-4ECB-B21D-CA603927C2DB}" srcOrd="8" destOrd="0" presId="urn:microsoft.com/office/officeart/2018/2/layout/IconVerticalSolidList"/>
    <dgm:cxn modelId="{EABD0D64-C177-493D-8B84-7590EA857951}" type="presParOf" srcId="{D6887CE6-6553-4ECB-B21D-CA603927C2DB}" destId="{B1B67D74-E369-44C6-9EC3-85066945620D}" srcOrd="0" destOrd="0" presId="urn:microsoft.com/office/officeart/2018/2/layout/IconVerticalSolidList"/>
    <dgm:cxn modelId="{39B6CBAC-4C0B-4F05-83E7-8CC50BC1CCEE}" type="presParOf" srcId="{D6887CE6-6553-4ECB-B21D-CA603927C2DB}" destId="{B43C1812-AF68-4EDD-987E-AC3AAB5C099C}" srcOrd="1" destOrd="0" presId="urn:microsoft.com/office/officeart/2018/2/layout/IconVerticalSolidList"/>
    <dgm:cxn modelId="{E7159628-6FB0-41CF-A372-59E144B6CE2D}" type="presParOf" srcId="{D6887CE6-6553-4ECB-B21D-CA603927C2DB}" destId="{ECBD1F05-DF86-49CB-97C9-701EDF1C2495}" srcOrd="2" destOrd="0" presId="urn:microsoft.com/office/officeart/2018/2/layout/IconVerticalSolidList"/>
    <dgm:cxn modelId="{F5DF9100-FAE1-458E-919A-706A39D9DF6B}" type="presParOf" srcId="{D6887CE6-6553-4ECB-B21D-CA603927C2DB}" destId="{6F5EEA81-211F-4B55-A259-F8BA147918D4}" srcOrd="3" destOrd="0" presId="urn:microsoft.com/office/officeart/2018/2/layout/IconVerticalSolidList"/>
    <dgm:cxn modelId="{C96ABB32-FDDF-4B1B-97CC-461C57F7E948}" type="presParOf" srcId="{2DEF2754-D40F-44E3-B8A7-9138C115457A}" destId="{AD8745DC-0038-407B-A3AB-D9BCE3D63F2D}" srcOrd="9" destOrd="0" presId="urn:microsoft.com/office/officeart/2018/2/layout/IconVerticalSolidList"/>
    <dgm:cxn modelId="{BE2310C6-D8FD-438B-A86C-4E362C8E1802}" type="presParOf" srcId="{2DEF2754-D40F-44E3-B8A7-9138C115457A}" destId="{8E127877-FACF-4E76-B9FA-1E23374D6D9D}" srcOrd="10" destOrd="0" presId="urn:microsoft.com/office/officeart/2018/2/layout/IconVerticalSolidList"/>
    <dgm:cxn modelId="{FAA663FA-14A3-44E4-873B-123AAC1FA79B}" type="presParOf" srcId="{8E127877-FACF-4E76-B9FA-1E23374D6D9D}" destId="{84684DD4-2384-470B-98A1-EBEF79F4AD8B}" srcOrd="0" destOrd="0" presId="urn:microsoft.com/office/officeart/2018/2/layout/IconVerticalSolidList"/>
    <dgm:cxn modelId="{82E3A9F1-1DEF-45D3-9603-ED4DD32211C2}" type="presParOf" srcId="{8E127877-FACF-4E76-B9FA-1E23374D6D9D}" destId="{ADE2525D-5F75-4B11-8310-D35DE232FD94}" srcOrd="1" destOrd="0" presId="urn:microsoft.com/office/officeart/2018/2/layout/IconVerticalSolidList"/>
    <dgm:cxn modelId="{7471C5C5-9AEB-4A01-9F70-150517D50482}" type="presParOf" srcId="{8E127877-FACF-4E76-B9FA-1E23374D6D9D}" destId="{2EF6BD95-9536-44D8-8D69-883323BA9221}" srcOrd="2" destOrd="0" presId="urn:microsoft.com/office/officeart/2018/2/layout/IconVerticalSolidList"/>
    <dgm:cxn modelId="{E300E592-3359-43AB-B9BA-4568C6CB09C0}" type="presParOf" srcId="{8E127877-FACF-4E76-B9FA-1E23374D6D9D}" destId="{7F527681-D6E1-471B-B2BB-4CCD2A76B524}" srcOrd="3" destOrd="0" presId="urn:microsoft.com/office/officeart/2018/2/layout/IconVerticalSolidList"/>
    <dgm:cxn modelId="{58E5DA87-2E3F-4336-A674-6046BAF0E62A}" type="presParOf" srcId="{2DEF2754-D40F-44E3-B8A7-9138C115457A}" destId="{9C067227-FECA-485F-85B7-E65F652F8882}" srcOrd="11" destOrd="0" presId="urn:microsoft.com/office/officeart/2018/2/layout/IconVerticalSolidList"/>
    <dgm:cxn modelId="{DA5BB447-E27A-4072-B951-59397E963047}" type="presParOf" srcId="{2DEF2754-D40F-44E3-B8A7-9138C115457A}" destId="{C5A28AC6-917F-4209-BFE8-3E09854D4DE5}" srcOrd="12" destOrd="0" presId="urn:microsoft.com/office/officeart/2018/2/layout/IconVerticalSolidList"/>
    <dgm:cxn modelId="{EBC7637B-E180-454D-800C-40B0BD14976E}" type="presParOf" srcId="{C5A28AC6-917F-4209-BFE8-3E09854D4DE5}" destId="{421E55D7-EFF8-4473-A29B-880534BDB5C0}" srcOrd="0" destOrd="0" presId="urn:microsoft.com/office/officeart/2018/2/layout/IconVerticalSolidList"/>
    <dgm:cxn modelId="{3FBEEA17-500C-410F-B8AD-4C4050F4B59C}" type="presParOf" srcId="{C5A28AC6-917F-4209-BFE8-3E09854D4DE5}" destId="{805E859A-0929-4ED6-BD15-378D38EB11A1}" srcOrd="1" destOrd="0" presId="urn:microsoft.com/office/officeart/2018/2/layout/IconVerticalSolidList"/>
    <dgm:cxn modelId="{979822FA-72B3-4262-B122-0927BC69CFDC}" type="presParOf" srcId="{C5A28AC6-917F-4209-BFE8-3E09854D4DE5}" destId="{C70E6894-E439-47D8-8F38-C87EC3C1CEBB}" srcOrd="2" destOrd="0" presId="urn:microsoft.com/office/officeart/2018/2/layout/IconVerticalSolidList"/>
    <dgm:cxn modelId="{3CBF8797-18FE-41CB-BCAE-8A77A8945CBA}" type="presParOf" srcId="{C5A28AC6-917F-4209-BFE8-3E09854D4DE5}" destId="{65D30754-517E-4340-91F4-C7AB4D3C53BA}" srcOrd="3" destOrd="0" presId="urn:microsoft.com/office/officeart/2018/2/layout/IconVerticalSolidList"/>
    <dgm:cxn modelId="{537956C1-26EB-4466-9CA6-64165018AD03}" type="presParOf" srcId="{2DEF2754-D40F-44E3-B8A7-9138C115457A}" destId="{60933660-5B02-4849-809C-BAD20F3C49B4}" srcOrd="13" destOrd="0" presId="urn:microsoft.com/office/officeart/2018/2/layout/IconVerticalSolidList"/>
    <dgm:cxn modelId="{B3175094-90B6-413E-ACA6-19233B8F679A}" type="presParOf" srcId="{2DEF2754-D40F-44E3-B8A7-9138C115457A}" destId="{AAAEA7DA-415D-4255-B775-4CF575871C94}" srcOrd="14" destOrd="0" presId="urn:microsoft.com/office/officeart/2018/2/layout/IconVerticalSolidList"/>
    <dgm:cxn modelId="{E7C01DA9-C3A1-4C20-833F-58DDCD8F786F}" type="presParOf" srcId="{AAAEA7DA-415D-4255-B775-4CF575871C94}" destId="{A91EA8BC-1934-4888-8213-9FD85A9F16A0}" srcOrd="0" destOrd="0" presId="urn:microsoft.com/office/officeart/2018/2/layout/IconVerticalSolidList"/>
    <dgm:cxn modelId="{404D8D1D-9EA3-4BAB-9648-374CE7C1AC3D}" type="presParOf" srcId="{AAAEA7DA-415D-4255-B775-4CF575871C94}" destId="{99246D66-15C6-4327-AD91-4DF75ADDF1D0}" srcOrd="1" destOrd="0" presId="urn:microsoft.com/office/officeart/2018/2/layout/IconVerticalSolidList"/>
    <dgm:cxn modelId="{1181CE61-D3BE-4A8F-8C25-41B4CEF9A84A}" type="presParOf" srcId="{AAAEA7DA-415D-4255-B775-4CF575871C94}" destId="{7FDC2BD6-EE7F-48D1-A40B-C70F088B3C53}" srcOrd="2" destOrd="0" presId="urn:microsoft.com/office/officeart/2018/2/layout/IconVerticalSolidList"/>
    <dgm:cxn modelId="{4BEB1203-91EC-48F1-BD8F-D8B8FBAF2329}" type="presParOf" srcId="{AAAEA7DA-415D-4255-B775-4CF575871C94}" destId="{2CAA7E5F-E353-4F7F-BEA2-DC58685F0B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1CDD0AA-02B0-4F26-88CC-8F043209793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98C0E42-1EB4-40D9-AB1E-C3E9194E258A}">
      <dgm:prSet/>
      <dgm:spPr/>
      <dgm:t>
        <a:bodyPr/>
        <a:lstStyle/>
        <a:p>
          <a:r>
            <a:rPr lang="en-US"/>
            <a:t>• Efficiency → Suitcase packing (fold clothes → fit more)</a:t>
          </a:r>
        </a:p>
      </dgm:t>
    </dgm:pt>
    <dgm:pt modelId="{9C5CA4FC-05E8-4FDB-82C8-639D2D9F8128}" type="parTrans" cxnId="{6BDE94CA-54D5-49D4-823F-4AF661087F7C}">
      <dgm:prSet/>
      <dgm:spPr/>
      <dgm:t>
        <a:bodyPr/>
        <a:lstStyle/>
        <a:p>
          <a:endParaRPr lang="en-US"/>
        </a:p>
      </dgm:t>
    </dgm:pt>
    <dgm:pt modelId="{3E55306C-F136-46ED-A37B-38E373E4A79A}" type="sibTrans" cxnId="{6BDE94CA-54D5-49D4-823F-4AF661087F7C}">
      <dgm:prSet/>
      <dgm:spPr/>
      <dgm:t>
        <a:bodyPr/>
        <a:lstStyle/>
        <a:p>
          <a:endParaRPr lang="en-US"/>
        </a:p>
      </dgm:t>
    </dgm:pt>
    <dgm:pt modelId="{C4B39CF9-E7C7-497A-A977-B3976CAF8F2E}">
      <dgm:prSet/>
      <dgm:spPr/>
      <dgm:t>
        <a:bodyPr/>
        <a:lstStyle/>
        <a:p>
          <a:r>
            <a:rPr lang="en-US"/>
            <a:t>• Problem Solving → Right tool for right job</a:t>
          </a:r>
        </a:p>
      </dgm:t>
    </dgm:pt>
    <dgm:pt modelId="{A4A3A31D-45DF-4BC3-B108-AA76317A1D62}" type="parTrans" cxnId="{CBA12662-1EC1-4162-9A37-36123EE27AB9}">
      <dgm:prSet/>
      <dgm:spPr/>
      <dgm:t>
        <a:bodyPr/>
        <a:lstStyle/>
        <a:p>
          <a:endParaRPr lang="en-US"/>
        </a:p>
      </dgm:t>
    </dgm:pt>
    <dgm:pt modelId="{2DCC1908-C432-4043-8691-DA24201DA03B}" type="sibTrans" cxnId="{CBA12662-1EC1-4162-9A37-36123EE27AB9}">
      <dgm:prSet/>
      <dgm:spPr/>
      <dgm:t>
        <a:bodyPr/>
        <a:lstStyle/>
        <a:p>
          <a:endParaRPr lang="en-US"/>
        </a:p>
      </dgm:t>
    </dgm:pt>
    <dgm:pt modelId="{34C809EB-CB75-405A-9792-510349780522}">
      <dgm:prSet/>
      <dgm:spPr/>
      <dgm:t>
        <a:bodyPr/>
        <a:lstStyle/>
        <a:p>
          <a:r>
            <a:rPr lang="en-US"/>
            <a:t>• Job Opportunities → Like sports tryouts</a:t>
          </a:r>
        </a:p>
      </dgm:t>
    </dgm:pt>
    <dgm:pt modelId="{BF0FA72D-305D-466A-9819-723E310E111F}" type="parTrans" cxnId="{49381B65-D44F-4E62-BC5E-D72F00AF6D02}">
      <dgm:prSet/>
      <dgm:spPr/>
      <dgm:t>
        <a:bodyPr/>
        <a:lstStyle/>
        <a:p>
          <a:endParaRPr lang="en-US"/>
        </a:p>
      </dgm:t>
    </dgm:pt>
    <dgm:pt modelId="{EC760412-0E01-450D-9549-C925B9DBC199}" type="sibTrans" cxnId="{49381B65-D44F-4E62-BC5E-D72F00AF6D02}">
      <dgm:prSet/>
      <dgm:spPr/>
      <dgm:t>
        <a:bodyPr/>
        <a:lstStyle/>
        <a:p>
          <a:endParaRPr lang="en-US"/>
        </a:p>
      </dgm:t>
    </dgm:pt>
    <dgm:pt modelId="{E2F49823-5F37-4BC9-B1A4-7CDA80383DBD}" type="pres">
      <dgm:prSet presAssocID="{01CDD0AA-02B0-4F26-88CC-8F0432097938}" presName="root" presStyleCnt="0">
        <dgm:presLayoutVars>
          <dgm:dir/>
          <dgm:resizeHandles val="exact"/>
        </dgm:presLayoutVars>
      </dgm:prSet>
      <dgm:spPr/>
    </dgm:pt>
    <dgm:pt modelId="{852328AB-F77D-44D1-B3C2-AABACDF10830}" type="pres">
      <dgm:prSet presAssocID="{098C0E42-1EB4-40D9-AB1E-C3E9194E258A}" presName="compNode" presStyleCnt="0"/>
      <dgm:spPr/>
    </dgm:pt>
    <dgm:pt modelId="{A2E3D33C-A578-4A45-94F9-C13C8D39CB4D}" type="pres">
      <dgm:prSet presAssocID="{098C0E42-1EB4-40D9-AB1E-C3E9194E258A}" presName="bgRect" presStyleLbl="bgShp" presStyleIdx="0" presStyleCnt="3"/>
      <dgm:spPr/>
    </dgm:pt>
    <dgm:pt modelId="{2A81F043-1705-4016-A5F6-5715F23AA810}" type="pres">
      <dgm:prSet presAssocID="{098C0E42-1EB4-40D9-AB1E-C3E9194E25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itcase"/>
        </a:ext>
      </dgm:extLst>
    </dgm:pt>
    <dgm:pt modelId="{C5E6B304-EE48-48C9-8301-9AC3CF940C2E}" type="pres">
      <dgm:prSet presAssocID="{098C0E42-1EB4-40D9-AB1E-C3E9194E258A}" presName="spaceRect" presStyleCnt="0"/>
      <dgm:spPr/>
    </dgm:pt>
    <dgm:pt modelId="{485A7EFE-2949-4132-9553-B1022B65AD78}" type="pres">
      <dgm:prSet presAssocID="{098C0E42-1EB4-40D9-AB1E-C3E9194E258A}" presName="parTx" presStyleLbl="revTx" presStyleIdx="0" presStyleCnt="3">
        <dgm:presLayoutVars>
          <dgm:chMax val="0"/>
          <dgm:chPref val="0"/>
        </dgm:presLayoutVars>
      </dgm:prSet>
      <dgm:spPr/>
    </dgm:pt>
    <dgm:pt modelId="{9DC970EC-6618-4609-96FC-FED5BFEA9B34}" type="pres">
      <dgm:prSet presAssocID="{3E55306C-F136-46ED-A37B-38E373E4A79A}" presName="sibTrans" presStyleCnt="0"/>
      <dgm:spPr/>
    </dgm:pt>
    <dgm:pt modelId="{BE1BF9E1-C8F7-4F6B-9CD0-EB538FA7B8ED}" type="pres">
      <dgm:prSet presAssocID="{C4B39CF9-E7C7-497A-A977-B3976CAF8F2E}" presName="compNode" presStyleCnt="0"/>
      <dgm:spPr/>
    </dgm:pt>
    <dgm:pt modelId="{8DF7724A-2DE4-438F-8728-A1E5EBD7F993}" type="pres">
      <dgm:prSet presAssocID="{C4B39CF9-E7C7-497A-A977-B3976CAF8F2E}" presName="bgRect" presStyleLbl="bgShp" presStyleIdx="1" presStyleCnt="3"/>
      <dgm:spPr/>
    </dgm:pt>
    <dgm:pt modelId="{ED204F71-3B1C-4E77-820C-F389B6FF44C3}" type="pres">
      <dgm:prSet presAssocID="{C4B39CF9-E7C7-497A-A977-B3976CAF8F2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8EF8F0E5-6438-48D3-8BFF-877F20324373}" type="pres">
      <dgm:prSet presAssocID="{C4B39CF9-E7C7-497A-A977-B3976CAF8F2E}" presName="spaceRect" presStyleCnt="0"/>
      <dgm:spPr/>
    </dgm:pt>
    <dgm:pt modelId="{0B131BE4-1E81-4AC7-890D-4A71F4F920DE}" type="pres">
      <dgm:prSet presAssocID="{C4B39CF9-E7C7-497A-A977-B3976CAF8F2E}" presName="parTx" presStyleLbl="revTx" presStyleIdx="1" presStyleCnt="3">
        <dgm:presLayoutVars>
          <dgm:chMax val="0"/>
          <dgm:chPref val="0"/>
        </dgm:presLayoutVars>
      </dgm:prSet>
      <dgm:spPr/>
    </dgm:pt>
    <dgm:pt modelId="{F040CBC6-7F98-4F9B-ABB6-6385B6934D0C}" type="pres">
      <dgm:prSet presAssocID="{2DCC1908-C432-4043-8691-DA24201DA03B}" presName="sibTrans" presStyleCnt="0"/>
      <dgm:spPr/>
    </dgm:pt>
    <dgm:pt modelId="{5061D124-B270-4EAF-8A66-80862FE92B2A}" type="pres">
      <dgm:prSet presAssocID="{34C809EB-CB75-405A-9792-510349780522}" presName="compNode" presStyleCnt="0"/>
      <dgm:spPr/>
    </dgm:pt>
    <dgm:pt modelId="{A13B2EBF-C1E4-4205-A988-EBFB7629F610}" type="pres">
      <dgm:prSet presAssocID="{34C809EB-CB75-405A-9792-510349780522}" presName="bgRect" presStyleLbl="bgShp" presStyleIdx="2" presStyleCnt="3"/>
      <dgm:spPr/>
    </dgm:pt>
    <dgm:pt modelId="{75F6842F-CD5B-4E13-B436-769C12966319}" type="pres">
      <dgm:prSet presAssocID="{34C809EB-CB75-405A-9792-51034978052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"/>
        </a:ext>
      </dgm:extLst>
    </dgm:pt>
    <dgm:pt modelId="{0A563EBE-93D4-4EBE-8C67-9F6508D26D2B}" type="pres">
      <dgm:prSet presAssocID="{34C809EB-CB75-405A-9792-510349780522}" presName="spaceRect" presStyleCnt="0"/>
      <dgm:spPr/>
    </dgm:pt>
    <dgm:pt modelId="{2363954F-3597-4951-97B6-A1399FC745BB}" type="pres">
      <dgm:prSet presAssocID="{34C809EB-CB75-405A-9792-51034978052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BA12662-1EC1-4162-9A37-36123EE27AB9}" srcId="{01CDD0AA-02B0-4F26-88CC-8F0432097938}" destId="{C4B39CF9-E7C7-497A-A977-B3976CAF8F2E}" srcOrd="1" destOrd="0" parTransId="{A4A3A31D-45DF-4BC3-B108-AA76317A1D62}" sibTransId="{2DCC1908-C432-4043-8691-DA24201DA03B}"/>
    <dgm:cxn modelId="{EF935042-D581-4014-BE47-A2FF36B8B456}" type="presOf" srcId="{098C0E42-1EB4-40D9-AB1E-C3E9194E258A}" destId="{485A7EFE-2949-4132-9553-B1022B65AD78}" srcOrd="0" destOrd="0" presId="urn:microsoft.com/office/officeart/2018/2/layout/IconVerticalSolidList"/>
    <dgm:cxn modelId="{49381B65-D44F-4E62-BC5E-D72F00AF6D02}" srcId="{01CDD0AA-02B0-4F26-88CC-8F0432097938}" destId="{34C809EB-CB75-405A-9792-510349780522}" srcOrd="2" destOrd="0" parTransId="{BF0FA72D-305D-466A-9819-723E310E111F}" sibTransId="{EC760412-0E01-450D-9549-C925B9DBC199}"/>
    <dgm:cxn modelId="{BD9BFF65-746C-41C2-8019-6E5B9E44F2B1}" type="presOf" srcId="{34C809EB-CB75-405A-9792-510349780522}" destId="{2363954F-3597-4951-97B6-A1399FC745BB}" srcOrd="0" destOrd="0" presId="urn:microsoft.com/office/officeart/2018/2/layout/IconVerticalSolidList"/>
    <dgm:cxn modelId="{918986BA-B6AC-4E32-A35F-417B52048E1E}" type="presOf" srcId="{C4B39CF9-E7C7-497A-A977-B3976CAF8F2E}" destId="{0B131BE4-1E81-4AC7-890D-4A71F4F920DE}" srcOrd="0" destOrd="0" presId="urn:microsoft.com/office/officeart/2018/2/layout/IconVerticalSolidList"/>
    <dgm:cxn modelId="{8F14B4C2-2978-4A3F-BFAE-1BB516A832B1}" type="presOf" srcId="{01CDD0AA-02B0-4F26-88CC-8F0432097938}" destId="{E2F49823-5F37-4BC9-B1A4-7CDA80383DBD}" srcOrd="0" destOrd="0" presId="urn:microsoft.com/office/officeart/2018/2/layout/IconVerticalSolidList"/>
    <dgm:cxn modelId="{6BDE94CA-54D5-49D4-823F-4AF661087F7C}" srcId="{01CDD0AA-02B0-4F26-88CC-8F0432097938}" destId="{098C0E42-1EB4-40D9-AB1E-C3E9194E258A}" srcOrd="0" destOrd="0" parTransId="{9C5CA4FC-05E8-4FDB-82C8-639D2D9F8128}" sibTransId="{3E55306C-F136-46ED-A37B-38E373E4A79A}"/>
    <dgm:cxn modelId="{8223BCCC-E939-4ADB-98EE-0226ED2F80C7}" type="presParOf" srcId="{E2F49823-5F37-4BC9-B1A4-7CDA80383DBD}" destId="{852328AB-F77D-44D1-B3C2-AABACDF10830}" srcOrd="0" destOrd="0" presId="urn:microsoft.com/office/officeart/2018/2/layout/IconVerticalSolidList"/>
    <dgm:cxn modelId="{337F6176-CD33-40CD-9CC2-FA9637E79572}" type="presParOf" srcId="{852328AB-F77D-44D1-B3C2-AABACDF10830}" destId="{A2E3D33C-A578-4A45-94F9-C13C8D39CB4D}" srcOrd="0" destOrd="0" presId="urn:microsoft.com/office/officeart/2018/2/layout/IconVerticalSolidList"/>
    <dgm:cxn modelId="{B5DDA4DE-42BA-4C1E-ACDC-AADB2DC4AD31}" type="presParOf" srcId="{852328AB-F77D-44D1-B3C2-AABACDF10830}" destId="{2A81F043-1705-4016-A5F6-5715F23AA810}" srcOrd="1" destOrd="0" presId="urn:microsoft.com/office/officeart/2018/2/layout/IconVerticalSolidList"/>
    <dgm:cxn modelId="{BB319B65-F8CA-49B1-A58A-4BE9735C8421}" type="presParOf" srcId="{852328AB-F77D-44D1-B3C2-AABACDF10830}" destId="{C5E6B304-EE48-48C9-8301-9AC3CF940C2E}" srcOrd="2" destOrd="0" presId="urn:microsoft.com/office/officeart/2018/2/layout/IconVerticalSolidList"/>
    <dgm:cxn modelId="{17CD434C-1C30-43B6-94F3-CC956A077698}" type="presParOf" srcId="{852328AB-F77D-44D1-B3C2-AABACDF10830}" destId="{485A7EFE-2949-4132-9553-B1022B65AD78}" srcOrd="3" destOrd="0" presId="urn:microsoft.com/office/officeart/2018/2/layout/IconVerticalSolidList"/>
    <dgm:cxn modelId="{DC4AEB28-C808-4F07-A148-6EBA4F799D94}" type="presParOf" srcId="{E2F49823-5F37-4BC9-B1A4-7CDA80383DBD}" destId="{9DC970EC-6618-4609-96FC-FED5BFEA9B34}" srcOrd="1" destOrd="0" presId="urn:microsoft.com/office/officeart/2018/2/layout/IconVerticalSolidList"/>
    <dgm:cxn modelId="{3455984F-38E7-44D8-822F-93565345CA0B}" type="presParOf" srcId="{E2F49823-5F37-4BC9-B1A4-7CDA80383DBD}" destId="{BE1BF9E1-C8F7-4F6B-9CD0-EB538FA7B8ED}" srcOrd="2" destOrd="0" presId="urn:microsoft.com/office/officeart/2018/2/layout/IconVerticalSolidList"/>
    <dgm:cxn modelId="{4E97EC56-B62E-47D7-8477-07CCB49229CB}" type="presParOf" srcId="{BE1BF9E1-C8F7-4F6B-9CD0-EB538FA7B8ED}" destId="{8DF7724A-2DE4-438F-8728-A1E5EBD7F993}" srcOrd="0" destOrd="0" presId="urn:microsoft.com/office/officeart/2018/2/layout/IconVerticalSolidList"/>
    <dgm:cxn modelId="{7A3F40D6-60D9-40AB-A893-70CC7DC23EEA}" type="presParOf" srcId="{BE1BF9E1-C8F7-4F6B-9CD0-EB538FA7B8ED}" destId="{ED204F71-3B1C-4E77-820C-F389B6FF44C3}" srcOrd="1" destOrd="0" presId="urn:microsoft.com/office/officeart/2018/2/layout/IconVerticalSolidList"/>
    <dgm:cxn modelId="{169A8465-82FC-4AA5-A01E-D1C25635C7B6}" type="presParOf" srcId="{BE1BF9E1-C8F7-4F6B-9CD0-EB538FA7B8ED}" destId="{8EF8F0E5-6438-48D3-8BFF-877F20324373}" srcOrd="2" destOrd="0" presId="urn:microsoft.com/office/officeart/2018/2/layout/IconVerticalSolidList"/>
    <dgm:cxn modelId="{F2B265C3-6277-43FE-A237-DA4D5836250A}" type="presParOf" srcId="{BE1BF9E1-C8F7-4F6B-9CD0-EB538FA7B8ED}" destId="{0B131BE4-1E81-4AC7-890D-4A71F4F920DE}" srcOrd="3" destOrd="0" presId="urn:microsoft.com/office/officeart/2018/2/layout/IconVerticalSolidList"/>
    <dgm:cxn modelId="{D9265658-4228-40C8-8391-099C7E6747F6}" type="presParOf" srcId="{E2F49823-5F37-4BC9-B1A4-7CDA80383DBD}" destId="{F040CBC6-7F98-4F9B-ABB6-6385B6934D0C}" srcOrd="3" destOrd="0" presId="urn:microsoft.com/office/officeart/2018/2/layout/IconVerticalSolidList"/>
    <dgm:cxn modelId="{45057687-53B4-49B6-8EFC-3429EB81ED14}" type="presParOf" srcId="{E2F49823-5F37-4BC9-B1A4-7CDA80383DBD}" destId="{5061D124-B270-4EAF-8A66-80862FE92B2A}" srcOrd="4" destOrd="0" presId="urn:microsoft.com/office/officeart/2018/2/layout/IconVerticalSolidList"/>
    <dgm:cxn modelId="{6B7578D0-5DE7-4661-8C74-7C6FDADA64A8}" type="presParOf" srcId="{5061D124-B270-4EAF-8A66-80862FE92B2A}" destId="{A13B2EBF-C1E4-4205-A988-EBFB7629F610}" srcOrd="0" destOrd="0" presId="urn:microsoft.com/office/officeart/2018/2/layout/IconVerticalSolidList"/>
    <dgm:cxn modelId="{71535857-6786-4809-BD33-F04F1FC75DB6}" type="presParOf" srcId="{5061D124-B270-4EAF-8A66-80862FE92B2A}" destId="{75F6842F-CD5B-4E13-B436-769C12966319}" srcOrd="1" destOrd="0" presId="urn:microsoft.com/office/officeart/2018/2/layout/IconVerticalSolidList"/>
    <dgm:cxn modelId="{D48373C0-E6A7-4978-BC60-E1DD83227FB8}" type="presParOf" srcId="{5061D124-B270-4EAF-8A66-80862FE92B2A}" destId="{0A563EBE-93D4-4EBE-8C67-9F6508D26D2B}" srcOrd="2" destOrd="0" presId="urn:microsoft.com/office/officeart/2018/2/layout/IconVerticalSolidList"/>
    <dgm:cxn modelId="{9788AA08-8332-4C42-8022-E279B4A1407F}" type="presParOf" srcId="{5061D124-B270-4EAF-8A66-80862FE92B2A}" destId="{2363954F-3597-4951-97B6-A1399FC745B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DCAEEC-2BFB-4A3F-9E81-656EFD7B2B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AC21142-28D8-48E7-BF52-46EB7EBD5812}">
      <dgm:prSet/>
      <dgm:spPr/>
      <dgm:t>
        <a:bodyPr/>
        <a:lstStyle/>
        <a:p>
          <a:r>
            <a:rPr lang="en-US" dirty="0"/>
            <a:t>Pick the right container (Data Structure)</a:t>
          </a:r>
        </a:p>
      </dgm:t>
    </dgm:pt>
    <dgm:pt modelId="{A0043078-372C-4826-8D5E-9E022C32D5AA}" type="parTrans" cxnId="{57E6F363-130A-421C-BE9A-5FA82C15684C}">
      <dgm:prSet/>
      <dgm:spPr/>
      <dgm:t>
        <a:bodyPr/>
        <a:lstStyle/>
        <a:p>
          <a:endParaRPr lang="en-US"/>
        </a:p>
      </dgm:t>
    </dgm:pt>
    <dgm:pt modelId="{ED43BAEA-2983-4CA1-B60C-CA3873992832}" type="sibTrans" cxnId="{57E6F363-130A-421C-BE9A-5FA82C15684C}">
      <dgm:prSet/>
      <dgm:spPr/>
      <dgm:t>
        <a:bodyPr/>
        <a:lstStyle/>
        <a:p>
          <a:endParaRPr lang="en-US"/>
        </a:p>
      </dgm:t>
    </dgm:pt>
    <dgm:pt modelId="{5856CC7A-624E-4516-906D-9BFDCDC10C75}">
      <dgm:prSet/>
      <dgm:spPr/>
      <dgm:t>
        <a:bodyPr/>
        <a:lstStyle/>
        <a:p>
          <a:r>
            <a:rPr lang="en-US" dirty="0"/>
            <a:t>Follow the best recipe (Algorithm)</a:t>
          </a:r>
        </a:p>
      </dgm:t>
    </dgm:pt>
    <dgm:pt modelId="{146A40E1-84BC-4101-9280-F562B1F9A9C1}" type="parTrans" cxnId="{8DFDB5AC-3662-4953-854D-87677B1E1301}">
      <dgm:prSet/>
      <dgm:spPr/>
      <dgm:t>
        <a:bodyPr/>
        <a:lstStyle/>
        <a:p>
          <a:endParaRPr lang="en-US"/>
        </a:p>
      </dgm:t>
    </dgm:pt>
    <dgm:pt modelId="{40CD2D42-17FD-4328-AF91-9340CE2C9360}" type="sibTrans" cxnId="{8DFDB5AC-3662-4953-854D-87677B1E1301}">
      <dgm:prSet/>
      <dgm:spPr/>
      <dgm:t>
        <a:bodyPr/>
        <a:lstStyle/>
        <a:p>
          <a:endParaRPr lang="en-US"/>
        </a:p>
      </dgm:t>
    </dgm:pt>
    <dgm:pt modelId="{929E381C-6489-47C1-8426-C005C090E7AE}">
      <dgm:prSet/>
      <dgm:spPr/>
      <dgm:t>
        <a:bodyPr/>
        <a:lstStyle/>
        <a:p>
          <a:r>
            <a:rPr lang="en-US" dirty="0"/>
            <a:t>Save time + effort while solving problems</a:t>
          </a:r>
        </a:p>
      </dgm:t>
    </dgm:pt>
    <dgm:pt modelId="{D4BA7489-D7A7-4DD4-9A99-B31BA16B620C}" type="parTrans" cxnId="{8B72F457-0294-4637-88E7-7A75E40A8791}">
      <dgm:prSet/>
      <dgm:spPr/>
      <dgm:t>
        <a:bodyPr/>
        <a:lstStyle/>
        <a:p>
          <a:endParaRPr lang="en-US"/>
        </a:p>
      </dgm:t>
    </dgm:pt>
    <dgm:pt modelId="{EC04F664-29EC-4AE8-BAB9-BC7B12EB4683}" type="sibTrans" cxnId="{8B72F457-0294-4637-88E7-7A75E40A8791}">
      <dgm:prSet/>
      <dgm:spPr/>
      <dgm:t>
        <a:bodyPr/>
        <a:lstStyle/>
        <a:p>
          <a:endParaRPr lang="en-US"/>
        </a:p>
      </dgm:t>
    </dgm:pt>
    <dgm:pt modelId="{C743AC04-E811-47F2-96A2-88F7F085DCF5}" type="pres">
      <dgm:prSet presAssocID="{E4DCAEEC-2BFB-4A3F-9E81-656EFD7B2B76}" presName="root" presStyleCnt="0">
        <dgm:presLayoutVars>
          <dgm:dir/>
          <dgm:resizeHandles val="exact"/>
        </dgm:presLayoutVars>
      </dgm:prSet>
      <dgm:spPr/>
    </dgm:pt>
    <dgm:pt modelId="{0F171AE4-CD28-45CB-BC1C-6D017F489C79}" type="pres">
      <dgm:prSet presAssocID="{3AC21142-28D8-48E7-BF52-46EB7EBD5812}" presName="compNode" presStyleCnt="0"/>
      <dgm:spPr/>
    </dgm:pt>
    <dgm:pt modelId="{B76ADD0F-7166-4FA7-8F36-745E51E39D70}" type="pres">
      <dgm:prSet presAssocID="{3AC21142-28D8-48E7-BF52-46EB7EBD5812}" presName="bgRect" presStyleLbl="bgShp" presStyleIdx="0" presStyleCnt="3"/>
      <dgm:spPr/>
    </dgm:pt>
    <dgm:pt modelId="{90DCE3D9-775F-4C22-B3AD-E9B23ADB26B6}" type="pres">
      <dgm:prSet presAssocID="{3AC21142-28D8-48E7-BF52-46EB7EBD58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45D5CDF-AAB0-4107-B6ED-785FB83B246B}" type="pres">
      <dgm:prSet presAssocID="{3AC21142-28D8-48E7-BF52-46EB7EBD5812}" presName="spaceRect" presStyleCnt="0"/>
      <dgm:spPr/>
    </dgm:pt>
    <dgm:pt modelId="{B5EE1E33-4E8C-4C72-9660-7E9080EAB7B7}" type="pres">
      <dgm:prSet presAssocID="{3AC21142-28D8-48E7-BF52-46EB7EBD5812}" presName="parTx" presStyleLbl="revTx" presStyleIdx="0" presStyleCnt="3">
        <dgm:presLayoutVars>
          <dgm:chMax val="0"/>
          <dgm:chPref val="0"/>
        </dgm:presLayoutVars>
      </dgm:prSet>
      <dgm:spPr/>
    </dgm:pt>
    <dgm:pt modelId="{ABBEAC4A-A5A5-473F-A844-8E88F14E92E3}" type="pres">
      <dgm:prSet presAssocID="{ED43BAEA-2983-4CA1-B60C-CA3873992832}" presName="sibTrans" presStyleCnt="0"/>
      <dgm:spPr/>
    </dgm:pt>
    <dgm:pt modelId="{1DAD4EAC-2B4E-4639-AE4A-B564AD97ECCF}" type="pres">
      <dgm:prSet presAssocID="{5856CC7A-624E-4516-906D-9BFDCDC10C75}" presName="compNode" presStyleCnt="0"/>
      <dgm:spPr/>
    </dgm:pt>
    <dgm:pt modelId="{78090BC9-7810-4948-BB76-3F58DDCD9013}" type="pres">
      <dgm:prSet presAssocID="{5856CC7A-624E-4516-906D-9BFDCDC10C75}" presName="bgRect" presStyleLbl="bgShp" presStyleIdx="1" presStyleCnt="3"/>
      <dgm:spPr/>
    </dgm:pt>
    <dgm:pt modelId="{BD9A0AC5-862F-41B2-9D9A-29978FD7B764}" type="pres">
      <dgm:prSet presAssocID="{5856CC7A-624E-4516-906D-9BFDCDC10C7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E76F2CCC-5503-4076-A1D2-23698D12EBA0}" type="pres">
      <dgm:prSet presAssocID="{5856CC7A-624E-4516-906D-9BFDCDC10C75}" presName="spaceRect" presStyleCnt="0"/>
      <dgm:spPr/>
    </dgm:pt>
    <dgm:pt modelId="{9EE55CE7-FB35-41CD-B235-098B498BE862}" type="pres">
      <dgm:prSet presAssocID="{5856CC7A-624E-4516-906D-9BFDCDC10C75}" presName="parTx" presStyleLbl="revTx" presStyleIdx="1" presStyleCnt="3">
        <dgm:presLayoutVars>
          <dgm:chMax val="0"/>
          <dgm:chPref val="0"/>
        </dgm:presLayoutVars>
      </dgm:prSet>
      <dgm:spPr/>
    </dgm:pt>
    <dgm:pt modelId="{BFEEC42A-17C8-48ED-8F97-B4F597DB32E3}" type="pres">
      <dgm:prSet presAssocID="{40CD2D42-17FD-4328-AF91-9340CE2C9360}" presName="sibTrans" presStyleCnt="0"/>
      <dgm:spPr/>
    </dgm:pt>
    <dgm:pt modelId="{10F90064-CEDB-482A-8B49-16B5BAB05EAA}" type="pres">
      <dgm:prSet presAssocID="{929E381C-6489-47C1-8426-C005C090E7AE}" presName="compNode" presStyleCnt="0"/>
      <dgm:spPr/>
    </dgm:pt>
    <dgm:pt modelId="{27982EE4-87D5-4D51-A26E-4EC488F7C401}" type="pres">
      <dgm:prSet presAssocID="{929E381C-6489-47C1-8426-C005C090E7AE}" presName="bgRect" presStyleLbl="bgShp" presStyleIdx="2" presStyleCnt="3"/>
      <dgm:spPr/>
    </dgm:pt>
    <dgm:pt modelId="{4D60346C-9A24-4BE5-B75D-92081F02D68A}" type="pres">
      <dgm:prSet presAssocID="{929E381C-6489-47C1-8426-C005C090E7A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7D851F9-A4A4-430A-AD6C-989F88C5D51C}" type="pres">
      <dgm:prSet presAssocID="{929E381C-6489-47C1-8426-C005C090E7AE}" presName="spaceRect" presStyleCnt="0"/>
      <dgm:spPr/>
    </dgm:pt>
    <dgm:pt modelId="{A480D844-AB1B-4B62-B4C6-CA110F202534}" type="pres">
      <dgm:prSet presAssocID="{929E381C-6489-47C1-8426-C005C090E7A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DB19708-7B4E-41DD-8127-E340C50617D0}" type="presOf" srcId="{3AC21142-28D8-48E7-BF52-46EB7EBD5812}" destId="{B5EE1E33-4E8C-4C72-9660-7E9080EAB7B7}" srcOrd="0" destOrd="0" presId="urn:microsoft.com/office/officeart/2018/2/layout/IconVerticalSolidList"/>
    <dgm:cxn modelId="{052B1230-108B-4D48-8ECC-1FF84BCFD885}" type="presOf" srcId="{929E381C-6489-47C1-8426-C005C090E7AE}" destId="{A480D844-AB1B-4B62-B4C6-CA110F202534}" srcOrd="0" destOrd="0" presId="urn:microsoft.com/office/officeart/2018/2/layout/IconVerticalSolidList"/>
    <dgm:cxn modelId="{57E6F363-130A-421C-BE9A-5FA82C15684C}" srcId="{E4DCAEEC-2BFB-4A3F-9E81-656EFD7B2B76}" destId="{3AC21142-28D8-48E7-BF52-46EB7EBD5812}" srcOrd="0" destOrd="0" parTransId="{A0043078-372C-4826-8D5E-9E022C32D5AA}" sibTransId="{ED43BAEA-2983-4CA1-B60C-CA3873992832}"/>
    <dgm:cxn modelId="{8B72F457-0294-4637-88E7-7A75E40A8791}" srcId="{E4DCAEEC-2BFB-4A3F-9E81-656EFD7B2B76}" destId="{929E381C-6489-47C1-8426-C005C090E7AE}" srcOrd="2" destOrd="0" parTransId="{D4BA7489-D7A7-4DD4-9A99-B31BA16B620C}" sibTransId="{EC04F664-29EC-4AE8-BAB9-BC7B12EB4683}"/>
    <dgm:cxn modelId="{8DFDB5AC-3662-4953-854D-87677B1E1301}" srcId="{E4DCAEEC-2BFB-4A3F-9E81-656EFD7B2B76}" destId="{5856CC7A-624E-4516-906D-9BFDCDC10C75}" srcOrd="1" destOrd="0" parTransId="{146A40E1-84BC-4101-9280-F562B1F9A9C1}" sibTransId="{40CD2D42-17FD-4328-AF91-9340CE2C9360}"/>
    <dgm:cxn modelId="{BC767CD5-C927-42CD-A20E-F0C146E9204B}" type="presOf" srcId="{5856CC7A-624E-4516-906D-9BFDCDC10C75}" destId="{9EE55CE7-FB35-41CD-B235-098B498BE862}" srcOrd="0" destOrd="0" presId="urn:microsoft.com/office/officeart/2018/2/layout/IconVerticalSolidList"/>
    <dgm:cxn modelId="{68D554F7-EBAF-4520-B0F7-C2F0DB498322}" type="presOf" srcId="{E4DCAEEC-2BFB-4A3F-9E81-656EFD7B2B76}" destId="{C743AC04-E811-47F2-96A2-88F7F085DCF5}" srcOrd="0" destOrd="0" presId="urn:microsoft.com/office/officeart/2018/2/layout/IconVerticalSolidList"/>
    <dgm:cxn modelId="{510B55FE-AF97-4FC0-A456-326A9F611770}" type="presParOf" srcId="{C743AC04-E811-47F2-96A2-88F7F085DCF5}" destId="{0F171AE4-CD28-45CB-BC1C-6D017F489C79}" srcOrd="0" destOrd="0" presId="urn:microsoft.com/office/officeart/2018/2/layout/IconVerticalSolidList"/>
    <dgm:cxn modelId="{B04D5301-E40D-4433-AE8F-25FC09F205CE}" type="presParOf" srcId="{0F171AE4-CD28-45CB-BC1C-6D017F489C79}" destId="{B76ADD0F-7166-4FA7-8F36-745E51E39D70}" srcOrd="0" destOrd="0" presId="urn:microsoft.com/office/officeart/2018/2/layout/IconVerticalSolidList"/>
    <dgm:cxn modelId="{5F2BA61F-635C-4606-B088-333C269CE2EC}" type="presParOf" srcId="{0F171AE4-CD28-45CB-BC1C-6D017F489C79}" destId="{90DCE3D9-775F-4C22-B3AD-E9B23ADB26B6}" srcOrd="1" destOrd="0" presId="urn:microsoft.com/office/officeart/2018/2/layout/IconVerticalSolidList"/>
    <dgm:cxn modelId="{4D1BCA51-A491-4930-BBAA-2F07E16282A8}" type="presParOf" srcId="{0F171AE4-CD28-45CB-BC1C-6D017F489C79}" destId="{545D5CDF-AAB0-4107-B6ED-785FB83B246B}" srcOrd="2" destOrd="0" presId="urn:microsoft.com/office/officeart/2018/2/layout/IconVerticalSolidList"/>
    <dgm:cxn modelId="{7C7A754F-FD0F-4D85-9AF0-5A32DB56274D}" type="presParOf" srcId="{0F171AE4-CD28-45CB-BC1C-6D017F489C79}" destId="{B5EE1E33-4E8C-4C72-9660-7E9080EAB7B7}" srcOrd="3" destOrd="0" presId="urn:microsoft.com/office/officeart/2018/2/layout/IconVerticalSolidList"/>
    <dgm:cxn modelId="{82028AA9-5517-4F2E-8BCB-70F1AD320948}" type="presParOf" srcId="{C743AC04-E811-47F2-96A2-88F7F085DCF5}" destId="{ABBEAC4A-A5A5-473F-A844-8E88F14E92E3}" srcOrd="1" destOrd="0" presId="urn:microsoft.com/office/officeart/2018/2/layout/IconVerticalSolidList"/>
    <dgm:cxn modelId="{90676746-3782-4EAA-9268-1A9087A0E018}" type="presParOf" srcId="{C743AC04-E811-47F2-96A2-88F7F085DCF5}" destId="{1DAD4EAC-2B4E-4639-AE4A-B564AD97ECCF}" srcOrd="2" destOrd="0" presId="urn:microsoft.com/office/officeart/2018/2/layout/IconVerticalSolidList"/>
    <dgm:cxn modelId="{74CEF558-1430-4F6D-9E70-392030838045}" type="presParOf" srcId="{1DAD4EAC-2B4E-4639-AE4A-B564AD97ECCF}" destId="{78090BC9-7810-4948-BB76-3F58DDCD9013}" srcOrd="0" destOrd="0" presId="urn:microsoft.com/office/officeart/2018/2/layout/IconVerticalSolidList"/>
    <dgm:cxn modelId="{3C3D7BAC-A535-449B-89BB-516099215973}" type="presParOf" srcId="{1DAD4EAC-2B4E-4639-AE4A-B564AD97ECCF}" destId="{BD9A0AC5-862F-41B2-9D9A-29978FD7B764}" srcOrd="1" destOrd="0" presId="urn:microsoft.com/office/officeart/2018/2/layout/IconVerticalSolidList"/>
    <dgm:cxn modelId="{5F1A1D90-1B2B-4353-A8BF-D2977B3F9AFC}" type="presParOf" srcId="{1DAD4EAC-2B4E-4639-AE4A-B564AD97ECCF}" destId="{E76F2CCC-5503-4076-A1D2-23698D12EBA0}" srcOrd="2" destOrd="0" presId="urn:microsoft.com/office/officeart/2018/2/layout/IconVerticalSolidList"/>
    <dgm:cxn modelId="{2470013E-ECD3-4577-AEC3-BD484037D7DE}" type="presParOf" srcId="{1DAD4EAC-2B4E-4639-AE4A-B564AD97ECCF}" destId="{9EE55CE7-FB35-41CD-B235-098B498BE862}" srcOrd="3" destOrd="0" presId="urn:microsoft.com/office/officeart/2018/2/layout/IconVerticalSolidList"/>
    <dgm:cxn modelId="{005C4730-4680-466A-BA9A-8F9F96CF1791}" type="presParOf" srcId="{C743AC04-E811-47F2-96A2-88F7F085DCF5}" destId="{BFEEC42A-17C8-48ED-8F97-B4F597DB32E3}" srcOrd="3" destOrd="0" presId="urn:microsoft.com/office/officeart/2018/2/layout/IconVerticalSolidList"/>
    <dgm:cxn modelId="{0ECFC94D-9959-4838-AE74-704189287234}" type="presParOf" srcId="{C743AC04-E811-47F2-96A2-88F7F085DCF5}" destId="{10F90064-CEDB-482A-8B49-16B5BAB05EAA}" srcOrd="4" destOrd="0" presId="urn:microsoft.com/office/officeart/2018/2/layout/IconVerticalSolidList"/>
    <dgm:cxn modelId="{F0F2E7E4-DA18-4002-92C2-F0C638BB8F16}" type="presParOf" srcId="{10F90064-CEDB-482A-8B49-16B5BAB05EAA}" destId="{27982EE4-87D5-4D51-A26E-4EC488F7C401}" srcOrd="0" destOrd="0" presId="urn:microsoft.com/office/officeart/2018/2/layout/IconVerticalSolidList"/>
    <dgm:cxn modelId="{1901ADAA-F6E2-4EAC-BF11-68B584A53449}" type="presParOf" srcId="{10F90064-CEDB-482A-8B49-16B5BAB05EAA}" destId="{4D60346C-9A24-4BE5-B75D-92081F02D68A}" srcOrd="1" destOrd="0" presId="urn:microsoft.com/office/officeart/2018/2/layout/IconVerticalSolidList"/>
    <dgm:cxn modelId="{D605C46A-121F-4CC0-B6A3-438C5A239532}" type="presParOf" srcId="{10F90064-CEDB-482A-8B49-16B5BAB05EAA}" destId="{77D851F9-A4A4-430A-AD6C-989F88C5D51C}" srcOrd="2" destOrd="0" presId="urn:microsoft.com/office/officeart/2018/2/layout/IconVerticalSolidList"/>
    <dgm:cxn modelId="{DEABE6DA-882D-405C-BEEE-AB38D6C78C45}" type="presParOf" srcId="{10F90064-CEDB-482A-8B49-16B5BAB05EAA}" destId="{A480D844-AB1B-4B62-B4C6-CA110F20253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75A1D-41BC-40EF-B2FB-8428DE8BCB12}">
      <dsp:nvSpPr>
        <dsp:cNvPr id="0" name=""/>
        <dsp:cNvSpPr/>
      </dsp:nvSpPr>
      <dsp:spPr>
        <a:xfrm>
          <a:off x="0" y="31680"/>
          <a:ext cx="4550113" cy="93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Data Structures → Containers (fridge, jars, baskets)</a:t>
          </a:r>
        </a:p>
      </dsp:txBody>
      <dsp:txXfrm>
        <a:off x="45692" y="77372"/>
        <a:ext cx="4458729" cy="844616"/>
      </dsp:txXfrm>
    </dsp:sp>
    <dsp:sp modelId="{06849821-9124-4A9C-B122-B8EBC678ED17}">
      <dsp:nvSpPr>
        <dsp:cNvPr id="0" name=""/>
        <dsp:cNvSpPr/>
      </dsp:nvSpPr>
      <dsp:spPr>
        <a:xfrm>
          <a:off x="0" y="1039680"/>
          <a:ext cx="4550113" cy="93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Algorithms → Recipes (step-by-step cooking)</a:t>
          </a:r>
        </a:p>
      </dsp:txBody>
      <dsp:txXfrm>
        <a:off x="45692" y="1085372"/>
        <a:ext cx="4458729" cy="844616"/>
      </dsp:txXfrm>
    </dsp:sp>
    <dsp:sp modelId="{3F2B8CD1-7748-48B8-A9F1-D22F0EFB74B4}">
      <dsp:nvSpPr>
        <dsp:cNvPr id="0" name=""/>
        <dsp:cNvSpPr/>
      </dsp:nvSpPr>
      <dsp:spPr>
        <a:xfrm>
          <a:off x="0" y="2047680"/>
          <a:ext cx="4550113" cy="93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Without containers → kitchen is a mess</a:t>
          </a:r>
        </a:p>
      </dsp:txBody>
      <dsp:txXfrm>
        <a:off x="45692" y="2093372"/>
        <a:ext cx="4458729" cy="844616"/>
      </dsp:txXfrm>
    </dsp:sp>
    <dsp:sp modelId="{E991F7C1-4C1D-4C80-912A-4498561A693C}">
      <dsp:nvSpPr>
        <dsp:cNvPr id="0" name=""/>
        <dsp:cNvSpPr/>
      </dsp:nvSpPr>
      <dsp:spPr>
        <a:xfrm>
          <a:off x="0" y="3055680"/>
          <a:ext cx="4550113" cy="93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Without recipes → you can’t cook efficiently</a:t>
          </a:r>
        </a:p>
      </dsp:txBody>
      <dsp:txXfrm>
        <a:off x="45692" y="3101372"/>
        <a:ext cx="4458729" cy="844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73556-BF83-4790-95E9-3B778F377417}">
      <dsp:nvSpPr>
        <dsp:cNvPr id="0" name=""/>
        <dsp:cNvSpPr/>
      </dsp:nvSpPr>
      <dsp:spPr>
        <a:xfrm>
          <a:off x="0" y="5424"/>
          <a:ext cx="4231481" cy="1160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• Arrays → Egg carton (fixed slots, ordered)</a:t>
          </a:r>
        </a:p>
      </dsp:txBody>
      <dsp:txXfrm>
        <a:off x="56658" y="62082"/>
        <a:ext cx="4118165" cy="1047324"/>
      </dsp:txXfrm>
    </dsp:sp>
    <dsp:sp modelId="{8968153E-3A1D-406F-8DCD-A1AAD7352E2E}">
      <dsp:nvSpPr>
        <dsp:cNvPr id="0" name=""/>
        <dsp:cNvSpPr/>
      </dsp:nvSpPr>
      <dsp:spPr>
        <a:xfrm>
          <a:off x="0" y="1255344"/>
          <a:ext cx="4231481" cy="1160640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Stacks (LIFO) → Plates in cafeteria</a:t>
          </a:r>
        </a:p>
      </dsp:txBody>
      <dsp:txXfrm>
        <a:off x="56658" y="1312002"/>
        <a:ext cx="4118165" cy="1047324"/>
      </dsp:txXfrm>
    </dsp:sp>
    <dsp:sp modelId="{DC87BA0E-010D-4259-AA5F-2665968519BA}">
      <dsp:nvSpPr>
        <dsp:cNvPr id="0" name=""/>
        <dsp:cNvSpPr/>
      </dsp:nvSpPr>
      <dsp:spPr>
        <a:xfrm>
          <a:off x="0" y="2505265"/>
          <a:ext cx="4231481" cy="1160640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Queues (FIFO) → Line at ticket counter</a:t>
          </a:r>
        </a:p>
      </dsp:txBody>
      <dsp:txXfrm>
        <a:off x="56658" y="2561923"/>
        <a:ext cx="4118165" cy="1047324"/>
      </dsp:txXfrm>
    </dsp:sp>
    <dsp:sp modelId="{2D6BA882-EB02-4FCC-B119-8C7033D1D333}">
      <dsp:nvSpPr>
        <dsp:cNvPr id="0" name=""/>
        <dsp:cNvSpPr/>
      </dsp:nvSpPr>
      <dsp:spPr>
        <a:xfrm>
          <a:off x="0" y="3755185"/>
          <a:ext cx="4231481" cy="116064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Linked Lists → Treasure hunt map</a:t>
          </a:r>
        </a:p>
      </dsp:txBody>
      <dsp:txXfrm>
        <a:off x="56658" y="3811843"/>
        <a:ext cx="4118165" cy="10473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280643-86D6-465C-BC5A-1158505DE2D2}">
      <dsp:nvSpPr>
        <dsp:cNvPr id="0" name=""/>
        <dsp:cNvSpPr/>
      </dsp:nvSpPr>
      <dsp:spPr>
        <a:xfrm>
          <a:off x="0" y="449665"/>
          <a:ext cx="4231481" cy="1956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Graphs → Social network (friends = connections)</a:t>
          </a:r>
        </a:p>
      </dsp:txBody>
      <dsp:txXfrm>
        <a:off x="95496" y="545161"/>
        <a:ext cx="4040489" cy="1765248"/>
      </dsp:txXfrm>
    </dsp:sp>
    <dsp:sp modelId="{6E6A02CE-53BB-4CA3-B906-D3E40278B220}">
      <dsp:nvSpPr>
        <dsp:cNvPr id="0" name=""/>
        <dsp:cNvSpPr/>
      </dsp:nvSpPr>
      <dsp:spPr>
        <a:xfrm>
          <a:off x="0" y="2515344"/>
          <a:ext cx="4231481" cy="195624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Trees → Family tree (root + children, no cycles)</a:t>
          </a:r>
        </a:p>
      </dsp:txBody>
      <dsp:txXfrm>
        <a:off x="95496" y="2610840"/>
        <a:ext cx="4040489" cy="17652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82E7B-7D12-4517-8A2D-C2DE61FB0DA0}">
      <dsp:nvSpPr>
        <dsp:cNvPr id="0" name=""/>
        <dsp:cNvSpPr/>
      </dsp:nvSpPr>
      <dsp:spPr>
        <a:xfrm>
          <a:off x="0" y="600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2DB0C-FB16-45F6-A369-25C4476FE7DE}">
      <dsp:nvSpPr>
        <dsp:cNvPr id="0" name=""/>
        <dsp:cNvSpPr/>
      </dsp:nvSpPr>
      <dsp:spPr>
        <a:xfrm>
          <a:off x="152647" y="114140"/>
          <a:ext cx="277541" cy="2775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42041-7B68-4D5B-B2A8-C7B22BD09ACB}">
      <dsp:nvSpPr>
        <dsp:cNvPr id="0" name=""/>
        <dsp:cNvSpPr/>
      </dsp:nvSpPr>
      <dsp:spPr>
        <a:xfrm>
          <a:off x="582836" y="600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 Like a recipe in cooking</a:t>
          </a:r>
        </a:p>
      </dsp:txBody>
      <dsp:txXfrm>
        <a:off x="582836" y="600"/>
        <a:ext cx="3648644" cy="504620"/>
      </dsp:txXfrm>
    </dsp:sp>
    <dsp:sp modelId="{6DE937E6-CCB0-423B-9700-3A10D694430A}">
      <dsp:nvSpPr>
        <dsp:cNvPr id="0" name=""/>
        <dsp:cNvSpPr/>
      </dsp:nvSpPr>
      <dsp:spPr>
        <a:xfrm>
          <a:off x="0" y="631376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A1A826-DD66-486D-9E88-03914D3E7435}">
      <dsp:nvSpPr>
        <dsp:cNvPr id="0" name=""/>
        <dsp:cNvSpPr/>
      </dsp:nvSpPr>
      <dsp:spPr>
        <a:xfrm>
          <a:off x="152647" y="744915"/>
          <a:ext cx="277541" cy="2775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B2DD5-D7A2-46D7-907B-F6C2DF202F08}">
      <dsp:nvSpPr>
        <dsp:cNvPr id="0" name=""/>
        <dsp:cNvSpPr/>
      </dsp:nvSpPr>
      <dsp:spPr>
        <a:xfrm>
          <a:off x="582836" y="631376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1. Boil water</a:t>
          </a:r>
        </a:p>
      </dsp:txBody>
      <dsp:txXfrm>
        <a:off x="582836" y="631376"/>
        <a:ext cx="3648644" cy="504620"/>
      </dsp:txXfrm>
    </dsp:sp>
    <dsp:sp modelId="{BE5E3C4D-EC1F-44C4-86AF-D69532DD7311}">
      <dsp:nvSpPr>
        <dsp:cNvPr id="0" name=""/>
        <dsp:cNvSpPr/>
      </dsp:nvSpPr>
      <dsp:spPr>
        <a:xfrm>
          <a:off x="0" y="1262151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8254AC-23C6-40E3-87EE-CC1670F36A58}">
      <dsp:nvSpPr>
        <dsp:cNvPr id="0" name=""/>
        <dsp:cNvSpPr/>
      </dsp:nvSpPr>
      <dsp:spPr>
        <a:xfrm>
          <a:off x="152647" y="1375691"/>
          <a:ext cx="277541" cy="2775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4BB72-C7E5-4FB5-8686-C7DF6CF9D358}">
      <dsp:nvSpPr>
        <dsp:cNvPr id="0" name=""/>
        <dsp:cNvSpPr/>
      </dsp:nvSpPr>
      <dsp:spPr>
        <a:xfrm>
          <a:off x="582836" y="1262151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2. Add tea leaves</a:t>
          </a:r>
        </a:p>
      </dsp:txBody>
      <dsp:txXfrm>
        <a:off x="582836" y="1262151"/>
        <a:ext cx="3648644" cy="504620"/>
      </dsp:txXfrm>
    </dsp:sp>
    <dsp:sp modelId="{F87839C0-911E-41F2-B0A9-F7A2EEA3E17B}">
      <dsp:nvSpPr>
        <dsp:cNvPr id="0" name=""/>
        <dsp:cNvSpPr/>
      </dsp:nvSpPr>
      <dsp:spPr>
        <a:xfrm>
          <a:off x="0" y="1892927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9155F-B0AC-435D-B5FC-0E854EDBC510}">
      <dsp:nvSpPr>
        <dsp:cNvPr id="0" name=""/>
        <dsp:cNvSpPr/>
      </dsp:nvSpPr>
      <dsp:spPr>
        <a:xfrm>
          <a:off x="152647" y="2006466"/>
          <a:ext cx="277541" cy="2775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B7F916-5199-4697-8FDE-B8FA6CAB177F}">
      <dsp:nvSpPr>
        <dsp:cNvPr id="0" name=""/>
        <dsp:cNvSpPr/>
      </dsp:nvSpPr>
      <dsp:spPr>
        <a:xfrm>
          <a:off x="582836" y="1892927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3. Add sugar + milk</a:t>
          </a:r>
        </a:p>
      </dsp:txBody>
      <dsp:txXfrm>
        <a:off x="582836" y="1892927"/>
        <a:ext cx="3648644" cy="504620"/>
      </dsp:txXfrm>
    </dsp:sp>
    <dsp:sp modelId="{B1B67D74-E369-44C6-9EC3-85066945620D}">
      <dsp:nvSpPr>
        <dsp:cNvPr id="0" name=""/>
        <dsp:cNvSpPr/>
      </dsp:nvSpPr>
      <dsp:spPr>
        <a:xfrm>
          <a:off x="0" y="2523702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3C1812-AF68-4EDD-987E-AC3AAB5C099C}">
      <dsp:nvSpPr>
        <dsp:cNvPr id="0" name=""/>
        <dsp:cNvSpPr/>
      </dsp:nvSpPr>
      <dsp:spPr>
        <a:xfrm>
          <a:off x="152647" y="2637242"/>
          <a:ext cx="277541" cy="2775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EEA81-211F-4B55-A259-F8BA147918D4}">
      <dsp:nvSpPr>
        <dsp:cNvPr id="0" name=""/>
        <dsp:cNvSpPr/>
      </dsp:nvSpPr>
      <dsp:spPr>
        <a:xfrm>
          <a:off x="582836" y="2523702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4. Serve</a:t>
          </a:r>
        </a:p>
      </dsp:txBody>
      <dsp:txXfrm>
        <a:off x="582836" y="2523702"/>
        <a:ext cx="3648644" cy="504620"/>
      </dsp:txXfrm>
    </dsp:sp>
    <dsp:sp modelId="{84684DD4-2384-470B-98A1-EBEF79F4AD8B}">
      <dsp:nvSpPr>
        <dsp:cNvPr id="0" name=""/>
        <dsp:cNvSpPr/>
      </dsp:nvSpPr>
      <dsp:spPr>
        <a:xfrm>
          <a:off x="0" y="3154477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E2525D-5F75-4B11-8310-D35DE232FD94}">
      <dsp:nvSpPr>
        <dsp:cNvPr id="0" name=""/>
        <dsp:cNvSpPr/>
      </dsp:nvSpPr>
      <dsp:spPr>
        <a:xfrm>
          <a:off x="152647" y="3268017"/>
          <a:ext cx="277541" cy="2775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527681-D6E1-471B-B2BB-4CCD2A76B524}">
      <dsp:nvSpPr>
        <dsp:cNvPr id="0" name=""/>
        <dsp:cNvSpPr/>
      </dsp:nvSpPr>
      <dsp:spPr>
        <a:xfrm>
          <a:off x="582836" y="3154477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In Coding:</a:t>
          </a:r>
        </a:p>
      </dsp:txBody>
      <dsp:txXfrm>
        <a:off x="582836" y="3154477"/>
        <a:ext cx="3648644" cy="504620"/>
      </dsp:txXfrm>
    </dsp:sp>
    <dsp:sp modelId="{421E55D7-EFF8-4473-A29B-880534BDB5C0}">
      <dsp:nvSpPr>
        <dsp:cNvPr id="0" name=""/>
        <dsp:cNvSpPr/>
      </dsp:nvSpPr>
      <dsp:spPr>
        <a:xfrm>
          <a:off x="0" y="3785253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E859A-0929-4ED6-BD15-378D38EB11A1}">
      <dsp:nvSpPr>
        <dsp:cNvPr id="0" name=""/>
        <dsp:cNvSpPr/>
      </dsp:nvSpPr>
      <dsp:spPr>
        <a:xfrm>
          <a:off x="152647" y="3898793"/>
          <a:ext cx="277541" cy="27754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30754-517E-4340-91F4-C7AB4D3C53BA}">
      <dsp:nvSpPr>
        <dsp:cNvPr id="0" name=""/>
        <dsp:cNvSpPr/>
      </dsp:nvSpPr>
      <dsp:spPr>
        <a:xfrm>
          <a:off x="582836" y="3785253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Add two numbers → Combine sugar + flour</a:t>
          </a:r>
        </a:p>
      </dsp:txBody>
      <dsp:txXfrm>
        <a:off x="582836" y="3785253"/>
        <a:ext cx="3648644" cy="504620"/>
      </dsp:txXfrm>
    </dsp:sp>
    <dsp:sp modelId="{A91EA8BC-1934-4888-8213-9FD85A9F16A0}">
      <dsp:nvSpPr>
        <dsp:cNvPr id="0" name=""/>
        <dsp:cNvSpPr/>
      </dsp:nvSpPr>
      <dsp:spPr>
        <a:xfrm>
          <a:off x="0" y="4416028"/>
          <a:ext cx="4231481" cy="5046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46D66-15C6-4327-AD91-4DF75ADDF1D0}">
      <dsp:nvSpPr>
        <dsp:cNvPr id="0" name=""/>
        <dsp:cNvSpPr/>
      </dsp:nvSpPr>
      <dsp:spPr>
        <a:xfrm>
          <a:off x="152647" y="4529568"/>
          <a:ext cx="277541" cy="27754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A7E5F-E353-4F7F-BEA2-DC58685F0BA9}">
      <dsp:nvSpPr>
        <dsp:cNvPr id="0" name=""/>
        <dsp:cNvSpPr/>
      </dsp:nvSpPr>
      <dsp:spPr>
        <a:xfrm>
          <a:off x="582836" y="4416028"/>
          <a:ext cx="3648644" cy="504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406" tIns="53406" rIns="53406" bIns="53406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Find largest of three → Compare fruit boxes</a:t>
          </a:r>
        </a:p>
      </dsp:txBody>
      <dsp:txXfrm>
        <a:off x="582836" y="4416028"/>
        <a:ext cx="3648644" cy="5046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3D33C-A578-4A45-94F9-C13C8D39CB4D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1F043-1705-4016-A5F6-5715F23AA810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A7EFE-2949-4132-9553-B1022B65AD78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Efficiency → Suitcase packing (fold clothes → fit more)</a:t>
          </a:r>
        </a:p>
      </dsp:txBody>
      <dsp:txXfrm>
        <a:off x="1623616" y="600"/>
        <a:ext cx="2607864" cy="1405728"/>
      </dsp:txXfrm>
    </dsp:sp>
    <dsp:sp modelId="{8DF7724A-2DE4-438F-8728-A1E5EBD7F993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04F71-3B1C-4E77-820C-F389B6FF44C3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31BE4-1E81-4AC7-890D-4A71F4F920DE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Problem Solving → Right tool for right job</a:t>
          </a:r>
        </a:p>
      </dsp:txBody>
      <dsp:txXfrm>
        <a:off x="1623616" y="1757760"/>
        <a:ext cx="2607864" cy="1405728"/>
      </dsp:txXfrm>
    </dsp:sp>
    <dsp:sp modelId="{A13B2EBF-C1E4-4205-A988-EBFB7629F610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F6842F-CD5B-4E13-B436-769C12966319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3954F-3597-4951-97B6-A1399FC745BB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Job Opportunities → Like sports tryouts</a:t>
          </a:r>
        </a:p>
      </dsp:txBody>
      <dsp:txXfrm>
        <a:off x="1623616" y="3514921"/>
        <a:ext cx="2607864" cy="14057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ADD0F-7166-4FA7-8F36-745E51E39D70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DCE3D9-775F-4C22-B3AD-E9B23ADB26B6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E1E33-4E8C-4C72-9660-7E9080EAB7B7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Pick the right container (Data Structure)</a:t>
          </a:r>
        </a:p>
      </dsp:txBody>
      <dsp:txXfrm>
        <a:off x="1623616" y="600"/>
        <a:ext cx="2607864" cy="1405728"/>
      </dsp:txXfrm>
    </dsp:sp>
    <dsp:sp modelId="{78090BC9-7810-4948-BB76-3F58DDCD9013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A0AC5-862F-41B2-9D9A-29978FD7B764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55CE7-FB35-41CD-B235-098B498BE862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Follow the best recipe (Algorithm)</a:t>
          </a:r>
        </a:p>
      </dsp:txBody>
      <dsp:txXfrm>
        <a:off x="1623616" y="1757760"/>
        <a:ext cx="2607864" cy="1405728"/>
      </dsp:txXfrm>
    </dsp:sp>
    <dsp:sp modelId="{27982EE4-87D5-4D51-A26E-4EC488F7C401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60346C-9A24-4BE5-B75D-92081F02D68A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0D844-AB1B-4B62-B4C6-CA110F202534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Save time + effort while solving problems</a:t>
          </a:r>
        </a:p>
      </dsp:txBody>
      <dsp:txXfrm>
        <a:off x="1623616" y="3514921"/>
        <a:ext cx="2607864" cy="1405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67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14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26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4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88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6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7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7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8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40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14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DED590-291C-4D46-BBE6-EE5F0C44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1EC9D6-90B6-4037-BCD1-DF32371E2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474" y="486184"/>
            <a:ext cx="2436391" cy="58856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363" y="858475"/>
            <a:ext cx="1972296" cy="5141050"/>
          </a:xfrm>
        </p:spPr>
        <p:txBody>
          <a:bodyPr>
            <a:normAutofit/>
          </a:bodyPr>
          <a:lstStyle/>
          <a:p>
            <a:pPr algn="r"/>
            <a:r>
              <a:rPr lang="en-US" sz="2100">
                <a:solidFill>
                  <a:schemeClr val="bg1"/>
                </a:solidFill>
              </a:rPr>
              <a:t>Instructor: Nauman Khan</a:t>
            </a:r>
          </a:p>
        </p:txBody>
      </p:sp>
      <p:pic>
        <p:nvPicPr>
          <p:cNvPr id="4" name="Picture 3" descr="A picture containing drawing, room&#10;&#10;Description automatically generated">
            <a:extLst>
              <a:ext uri="{FF2B5EF4-FFF2-40B4-BE49-F238E27FC236}">
                <a16:creationId xmlns:a16="http://schemas.microsoft.com/office/drawing/2014/main" id="{23323DBE-5893-E07B-8D7B-D5348F6D4E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1"/>
          <a:stretch>
            <a:fillRect/>
          </a:stretch>
        </p:blipFill>
        <p:spPr>
          <a:xfrm>
            <a:off x="2923308" y="486184"/>
            <a:ext cx="5846042" cy="588563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9DFC1FD-759F-47F1-B791-6DD75BB7F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23308" y="486184"/>
            <a:ext cx="5846042" cy="5885631"/>
          </a:xfrm>
          <a:prstGeom prst="rect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24719" y="858475"/>
            <a:ext cx="5238344" cy="5141050"/>
          </a:xfrm>
        </p:spPr>
        <p:txBody>
          <a:bodyPr>
            <a:normAutofit/>
          </a:bodyPr>
          <a:lstStyle/>
          <a:p>
            <a:pPr algn="l"/>
            <a:r>
              <a:rPr lang="en-US" sz="5200" dirty="0">
                <a:solidFill>
                  <a:srgbClr val="FFFFFF"/>
                </a:solidFill>
              </a:rPr>
              <a:t>Introduction to DSA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7B7C6F6-4579-4D42-9857-ED1B2EE07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660" y="4382347"/>
            <a:ext cx="4266015" cy="215391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608575"/>
            <a:ext cx="3931920" cy="1765715"/>
          </a:xfrm>
        </p:spPr>
        <p:txBody>
          <a:bodyPr>
            <a:normAutofit/>
          </a:bodyPr>
          <a:lstStyle/>
          <a:p>
            <a:pPr algn="r"/>
            <a:r>
              <a:rPr lang="en-US" sz="3800">
                <a:solidFill>
                  <a:srgbClr val="FFFFFF"/>
                </a:solidFill>
              </a:rPr>
              <a:t>What is a Data Structure?</a:t>
            </a:r>
          </a:p>
        </p:txBody>
      </p:sp>
      <p:pic>
        <p:nvPicPr>
          <p:cNvPr id="19" name="Picture 18" descr="3D blue concept kitchen">
            <a:extLst>
              <a:ext uri="{FF2B5EF4-FFF2-40B4-BE49-F238E27FC236}">
                <a16:creationId xmlns:a16="http://schemas.microsoft.com/office/drawing/2014/main" id="{44134263-3341-DDD8-A59D-E3E0D54D8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3" r="7061" b="1"/>
          <a:stretch>
            <a:fillRect/>
          </a:stretch>
        </p:blipFill>
        <p:spPr>
          <a:xfrm>
            <a:off x="245660" y="321733"/>
            <a:ext cx="4266015" cy="389974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E6D8249-E901-4E71-B15A-A7F5D7F7B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2325" y="321732"/>
            <a:ext cx="4270376" cy="6214534"/>
          </a:xfrm>
          <a:prstGeom prst="rect">
            <a:avLst/>
          </a:prstGeom>
          <a:solidFill>
            <a:srgbClr val="1C22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798" y="974875"/>
            <a:ext cx="3543430" cy="4852362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Definition</a:t>
            </a:r>
          </a:p>
          <a:p>
            <a:r>
              <a:rPr lang="en-US" sz="1700">
                <a:solidFill>
                  <a:srgbClr val="FFFFFF"/>
                </a:solidFill>
              </a:rPr>
              <a:t>A Data Structure is a way of storing, organizing, and managing data so it can be used efficiently.</a:t>
            </a:r>
          </a:p>
          <a:p>
            <a:endParaRPr lang="en-US" sz="1700">
              <a:solidFill>
                <a:srgbClr val="FFFFFF"/>
              </a:solidFill>
            </a:endParaRPr>
          </a:p>
          <a:p>
            <a:r>
              <a:rPr lang="en-US" sz="1700">
                <a:solidFill>
                  <a:srgbClr val="FFFFFF"/>
                </a:solidFill>
              </a:rPr>
              <a:t>Analogy</a:t>
            </a:r>
          </a:p>
          <a:p>
            <a:r>
              <a:rPr lang="en-US" sz="1700">
                <a:solidFill>
                  <a:srgbClr val="FFFFFF"/>
                </a:solidFill>
              </a:rPr>
              <a:t>Think of data structures as containers in a kitchen:</a:t>
            </a:r>
          </a:p>
          <a:p>
            <a:r>
              <a:rPr lang="en-US" sz="1700">
                <a:solidFill>
                  <a:srgbClr val="FFFFFF"/>
                </a:solidFill>
              </a:rPr>
              <a:t>• Fridge → Keeps things fresh (organized by shelf)</a:t>
            </a:r>
          </a:p>
          <a:p>
            <a:r>
              <a:rPr lang="en-US" sz="1700">
                <a:solidFill>
                  <a:srgbClr val="FFFFFF"/>
                </a:solidFill>
              </a:rPr>
              <a:t>• Jars → Store specific ingredients</a:t>
            </a:r>
          </a:p>
          <a:p>
            <a:r>
              <a:rPr lang="en-US" sz="1700">
                <a:solidFill>
                  <a:srgbClr val="FFFFFF"/>
                </a:solidFill>
              </a:rPr>
              <a:t>• Baskets → Hold groups of items</a:t>
            </a:r>
          </a:p>
          <a:p>
            <a:r>
              <a:rPr lang="en-US" sz="1700">
                <a:solidFill>
                  <a:srgbClr val="FFFFFF"/>
                </a:solidFill>
              </a:rPr>
              <a:t>Without containers → your kitchen (memory) is messy and hard to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 Picture: Kitchen Analogy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E449FD3-69ED-E075-91A2-D1B2E47752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096" y="2286000"/>
          <a:ext cx="455011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Spices in jars on counter">
            <a:extLst>
              <a:ext uri="{FF2B5EF4-FFF2-40B4-BE49-F238E27FC236}">
                <a16:creationId xmlns:a16="http://schemas.microsoft.com/office/drawing/2014/main" id="{B435A333-4D80-79CA-9708-A338882356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0349" r="35781" b="-1"/>
          <a:stretch>
            <a:fillRect/>
          </a:stretch>
        </p:blipFill>
        <p:spPr>
          <a:xfrm>
            <a:off x="5664199" y="10"/>
            <a:ext cx="347980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7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Classification of Data Structures</a:t>
            </a:r>
          </a:p>
        </p:txBody>
      </p:sp>
      <p:pic>
        <p:nvPicPr>
          <p:cNvPr id="3" name="Picture 2" descr="45e298cb-52ed-44c2-a56d-a548e5f69381.png"/>
          <p:cNvPicPr>
            <a:picLocks noChangeAspect="1"/>
          </p:cNvPicPr>
          <p:nvPr/>
        </p:nvPicPr>
        <p:blipFill>
          <a:blip r:embed="rId2"/>
          <a:srcRect l="1719" t="1127" r="2912"/>
          <a:stretch>
            <a:fillRect/>
          </a:stretch>
        </p:blipFill>
        <p:spPr>
          <a:xfrm>
            <a:off x="929898" y="340461"/>
            <a:ext cx="6943241" cy="3797173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Linear Data Structures (like a line at a store)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5FC29E-CC80-1881-ED33-4DE024DA6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534725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8178799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diagram of data structures&#10;&#10;AI-generated content may be incorrect.">
            <a:extLst>
              <a:ext uri="{FF2B5EF4-FFF2-40B4-BE49-F238E27FC236}">
                <a16:creationId xmlns:a16="http://schemas.microsoft.com/office/drawing/2014/main" id="{BE98C895-4770-D9AF-39C3-80B07BF0C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35" b="96419" l="1268" r="99437">
                        <a14:foregroundMark x1="86901" y1="7417" x2="11549" y2="9463"/>
                        <a14:foregroundMark x1="11549" y1="9463" x2="8028" y2="18926"/>
                        <a14:foregroundMark x1="8028" y1="18926" x2="10141" y2="39898"/>
                        <a14:foregroundMark x1="10141" y1="39898" x2="23803" y2="63939"/>
                        <a14:foregroundMark x1="23803" y1="63939" x2="44648" y2="69309"/>
                        <a14:foregroundMark x1="44648" y1="69309" x2="57183" y2="68031"/>
                        <a14:foregroundMark x1="57183" y1="68031" x2="59718" y2="65473"/>
                        <a14:foregroundMark x1="81268" y1="26854" x2="67887" y2="33504"/>
                        <a14:foregroundMark x1="67887" y1="33504" x2="57183" y2="65217"/>
                        <a14:foregroundMark x1="57183" y1="65217" x2="82113" y2="69565"/>
                        <a14:foregroundMark x1="82113" y1="69565" x2="86479" y2="46547"/>
                        <a14:foregroundMark x1="86479" y1="46547" x2="82817" y2="31714"/>
                        <a14:foregroundMark x1="87465" y1="13811" x2="97465" y2="36061"/>
                        <a14:foregroundMark x1="97465" y1="36061" x2="99296" y2="66240"/>
                        <a14:foregroundMark x1="99296" y1="66240" x2="96479" y2="78517"/>
                        <a14:foregroundMark x1="96479" y1="78517" x2="85070" y2="93350"/>
                        <a14:foregroundMark x1="85070" y1="93350" x2="71831" y2="92072"/>
                        <a14:foregroundMark x1="71831" y1="92072" x2="68169" y2="72379"/>
                        <a14:foregroundMark x1="68169" y1="72379" x2="68169" y2="70077"/>
                        <a14:foregroundMark x1="96338" y1="9719" x2="97042" y2="43990"/>
                        <a14:foregroundMark x1="97042" y1="43990" x2="90423" y2="14066"/>
                        <a14:foregroundMark x1="90423" y1="14066" x2="91549" y2="2046"/>
                        <a14:foregroundMark x1="91549" y1="2046" x2="91549" y2="2046"/>
                        <a14:foregroundMark x1="95352" y1="2302" x2="93944" y2="33760"/>
                        <a14:foregroundMark x1="93944" y1="33760" x2="99577" y2="27877"/>
                        <a14:foregroundMark x1="99577" y1="27877" x2="99577" y2="27877"/>
                        <a14:foregroundMark x1="94507" y1="43478" x2="65211" y2="36573"/>
                        <a14:foregroundMark x1="65211" y1="36573" x2="82254" y2="47059"/>
                        <a14:foregroundMark x1="82254" y1="47059" x2="90282" y2="43478"/>
                        <a14:foregroundMark x1="90282" y1="43478" x2="91268" y2="42455"/>
                        <a14:foregroundMark x1="47465" y1="91560" x2="30141" y2="93350"/>
                        <a14:foregroundMark x1="30141" y1="93350" x2="13099" y2="86445"/>
                        <a14:foregroundMark x1="13099" y1="86445" x2="3662" y2="55499"/>
                        <a14:foregroundMark x1="3662" y1="55499" x2="1408" y2="18414"/>
                        <a14:foregroundMark x1="1408" y1="18414" x2="3099" y2="2302"/>
                        <a14:foregroundMark x1="2817" y1="96675" x2="18310" y2="98465"/>
                        <a14:foregroundMark x1="18310" y1="98465" x2="46338" y2="95652"/>
                        <a14:foregroundMark x1="46338" y1="95652" x2="53944" y2="964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3249" y="1246187"/>
            <a:ext cx="7937499" cy="436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82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983" y="643467"/>
            <a:ext cx="2889327" cy="5571066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 Non-Linear Data Structures (like relationships)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0D7036-8527-AA4A-ADAC-E798D2CB9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668919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373CB-6196-A4BB-F3C5-2623252F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8178799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DC8F3-1B3F-57F4-DC1B-EEE9CE56F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49" y="2139155"/>
            <a:ext cx="7937499" cy="257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8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1827E-67F8-69AA-7FD8-63A1E648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61657BD-3333-446A-A16A-CBDC77C8E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CAFF06-4D3A-42A5-8614-B1FA47EA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8178799" cy="5571066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chart&#10;&#10;AI-generated content may be incorrect.">
            <a:extLst>
              <a:ext uri="{FF2B5EF4-FFF2-40B4-BE49-F238E27FC236}">
                <a16:creationId xmlns:a16="http://schemas.microsoft.com/office/drawing/2014/main" id="{4E112943-E84B-1492-6689-9D6AD0695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656" l="580" r="98986">
                        <a14:foregroundMark x1="97826" y1="4839" x2="10000" y2="3495"/>
                        <a14:foregroundMark x1="10000" y1="3495" x2="2464" y2="5914"/>
                        <a14:foregroundMark x1="2464" y1="5914" x2="1014" y2="47581"/>
                        <a14:foregroundMark x1="1014" y1="47581" x2="3188" y2="66667"/>
                        <a14:foregroundMark x1="3188" y1="66667" x2="75362" y2="78226"/>
                        <a14:foregroundMark x1="75362" y1="78226" x2="94058" y2="77688"/>
                        <a14:foregroundMark x1="94058" y1="77688" x2="99130" y2="15323"/>
                        <a14:foregroundMark x1="99130" y1="15323" x2="97826" y2="2151"/>
                        <a14:foregroundMark x1="54638" y1="10753" x2="21884" y2="59140"/>
                        <a14:foregroundMark x1="21884" y1="59140" x2="8116" y2="58333"/>
                        <a14:foregroundMark x1="8116" y1="58333" x2="1884" y2="10484"/>
                        <a14:foregroundMark x1="1884" y1="10484" x2="1739" y2="2419"/>
                        <a14:foregroundMark x1="3913" y1="269" x2="24493" y2="3763"/>
                        <a14:foregroundMark x1="24493" y1="3763" x2="11884" y2="12097"/>
                        <a14:foregroundMark x1="11884" y1="12097" x2="10000" y2="12366"/>
                        <a14:foregroundMark x1="7971" y1="80914" x2="23913" y2="99462"/>
                        <a14:foregroundMark x1="23913" y1="99462" x2="63333" y2="93817"/>
                        <a14:foregroundMark x1="63333" y1="93817" x2="79275" y2="98118"/>
                        <a14:foregroundMark x1="79275" y1="98118" x2="83188" y2="80914"/>
                        <a14:foregroundMark x1="97971" y1="9677" x2="94493" y2="45699"/>
                        <a14:foregroundMark x1="94493" y1="45699" x2="90000" y2="62097"/>
                        <a14:foregroundMark x1="90000" y1="62097" x2="83333" y2="70430"/>
                        <a14:foregroundMark x1="83333" y1="70430" x2="38696" y2="70161"/>
                        <a14:foregroundMark x1="38696" y1="70161" x2="7246" y2="25269"/>
                        <a14:foregroundMark x1="7246" y1="25269" x2="6667" y2="13172"/>
                        <a14:foregroundMark x1="6667" y1="13172" x2="13333" y2="5376"/>
                        <a14:foregroundMark x1="77391" y1="26075" x2="30580" y2="46505"/>
                        <a14:foregroundMark x1="30580" y1="46505" x2="14783" y2="30376"/>
                        <a14:foregroundMark x1="14783" y1="30376" x2="13623" y2="17742"/>
                        <a14:foregroundMark x1="13623" y1="17742" x2="96667" y2="11559"/>
                        <a14:foregroundMark x1="91594" y1="25806" x2="87681" y2="48118"/>
                        <a14:foregroundMark x1="87681" y1="48118" x2="69275" y2="66667"/>
                        <a14:foregroundMark x1="69275" y1="66667" x2="49855" y2="36828"/>
                        <a14:foregroundMark x1="49855" y1="36828" x2="48261" y2="6989"/>
                        <a14:foregroundMark x1="48261" y1="6989" x2="87101" y2="2151"/>
                        <a14:foregroundMark x1="87101" y1="2151" x2="89420" y2="3226"/>
                        <a14:foregroundMark x1="83913" y1="19892" x2="75797" y2="67742"/>
                        <a14:foregroundMark x1="75797" y1="67742" x2="52754" y2="69086"/>
                        <a14:foregroundMark x1="52754" y1="69086" x2="44058" y2="44355"/>
                        <a14:foregroundMark x1="44058" y1="44355" x2="45072" y2="15323"/>
                        <a14:foregroundMark x1="45072" y1="15323" x2="61594" y2="1075"/>
                        <a14:foregroundMark x1="61594" y1="1075" x2="78841" y2="0"/>
                        <a14:foregroundMark x1="78841" y1="0" x2="82174" y2="269"/>
                        <a14:foregroundMark x1="95362" y1="18548" x2="97391" y2="50806"/>
                        <a14:foregroundMark x1="97391" y1="50806" x2="87971" y2="66667"/>
                        <a14:foregroundMark x1="87971" y1="66667" x2="29130" y2="68548"/>
                        <a14:foregroundMark x1="29130" y1="68548" x2="15507" y2="63978"/>
                        <a14:foregroundMark x1="15507" y1="63978" x2="12029" y2="53763"/>
                        <a14:foregroundMark x1="12029" y1="53763" x2="11739" y2="16398"/>
                        <a14:foregroundMark x1="11739" y1="16398" x2="15797" y2="5108"/>
                        <a14:foregroundMark x1="15797" y1="5108" x2="92609" y2="1344"/>
                        <a14:foregroundMark x1="92609" y1="1344" x2="93768" y2="1344"/>
                        <a14:foregroundMark x1="41594" y1="84677" x2="1739" y2="86290"/>
                        <a14:foregroundMark x1="1739" y1="86290" x2="11594" y2="71774"/>
                        <a14:foregroundMark x1="11594" y1="71774" x2="68116" y2="45699"/>
                        <a14:foregroundMark x1="71304" y1="88172" x2="33043" y2="88710"/>
                        <a14:foregroundMark x1="33043" y1="88710" x2="37101" y2="73387"/>
                        <a14:foregroundMark x1="37101" y1="73387" x2="75507" y2="65054"/>
                        <a14:foregroundMark x1="75507" y1="65054" x2="75507" y2="65054"/>
                        <a14:foregroundMark x1="66377" y1="14247" x2="82464" y2="66935"/>
                        <a14:foregroundMark x1="82464" y1="66935" x2="68261" y2="88172"/>
                        <a14:foregroundMark x1="68261" y1="88172" x2="13768" y2="73925"/>
                        <a14:foregroundMark x1="13768" y1="73925" x2="2464" y2="48118"/>
                        <a14:foregroundMark x1="2464" y1="48118" x2="13043" y2="11828"/>
                        <a14:foregroundMark x1="13043" y1="11828" x2="44638" y2="5108"/>
                        <a14:foregroundMark x1="44638" y1="5108" x2="67246" y2="9140"/>
                        <a14:foregroundMark x1="74348" y1="15591" x2="71014" y2="27957"/>
                        <a14:foregroundMark x1="71014" y1="27957" x2="56232" y2="54032"/>
                        <a14:foregroundMark x1="56232" y1="54032" x2="48841" y2="41935"/>
                        <a14:foregroundMark x1="48841" y1="41935" x2="63333" y2="14516"/>
                        <a14:foregroundMark x1="63333" y1="14516" x2="70870" y2="8065"/>
                        <a14:foregroundMark x1="19130" y1="15860" x2="36667" y2="38978"/>
                        <a14:foregroundMark x1="36667" y1="38978" x2="73478" y2="57258"/>
                        <a14:foregroundMark x1="73478" y1="57258" x2="76667" y2="40323"/>
                        <a14:foregroundMark x1="76667" y1="40323" x2="27101" y2="13710"/>
                        <a14:foregroundMark x1="27101" y1="13710" x2="27101" y2="13710"/>
                        <a14:foregroundMark x1="80290" y1="20968" x2="75507" y2="36022"/>
                        <a14:foregroundMark x1="75507" y1="36022" x2="60725" y2="63172"/>
                        <a14:foregroundMark x1="60725" y1="63172" x2="50725" y2="66667"/>
                        <a14:foregroundMark x1="50725" y1="66667" x2="49565" y2="61559"/>
                        <a14:foregroundMark x1="44493" y1="26075" x2="13913" y2="30645"/>
                        <a14:foregroundMark x1="26522" y1="94086" x2="10870" y2="96505"/>
                        <a14:foregroundMark x1="10870" y1="96505" x2="4348" y2="87634"/>
                        <a14:foregroundMark x1="4348" y1="87634" x2="1884" y2="65054"/>
                        <a14:foregroundMark x1="1884" y1="65054" x2="18551" y2="57527"/>
                        <a14:foregroundMark x1="18551" y1="57527" x2="33333" y2="59409"/>
                        <a14:foregroundMark x1="33333" y1="59409" x2="35652" y2="74194"/>
                        <a14:foregroundMark x1="35652" y1="74194" x2="32319" y2="89785"/>
                        <a14:foregroundMark x1="32319" y1="89785" x2="24203" y2="94086"/>
                        <a14:foregroundMark x1="24203" y1="94086" x2="18116" y2="94086"/>
                        <a14:foregroundMark x1="18116" y1="94086" x2="18116" y2="94086"/>
                        <a14:foregroundMark x1="28551" y1="87097" x2="580" y2="986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3249" y="929221"/>
            <a:ext cx="7937499" cy="428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60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sz="4100" dirty="0">
                <a:solidFill>
                  <a:srgbClr val="FFFFFF"/>
                </a:solidFill>
              </a:rPr>
              <a:t>What are Algorithms?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B9784E-52CC-5981-7FF0-013571B33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5868892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Why DSA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274CBD-54DD-4721-023E-5969C49091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583009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4736C4-833E-7645-9CEE-883C10FBB7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31555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85AFB426-7E11-0F08-34B0-41EC9AB3DE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7D175FC-84CC-4D12-A5E2-FA27D934E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198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4550113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Q &amp; 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C38328-2D50-4DDB-BD20-28DE12E49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4550113" cy="4023360"/>
          </a:xfrm>
        </p:spPr>
        <p:txBody>
          <a:bodyPr>
            <a:normAutofit/>
          </a:bodyPr>
          <a:lstStyle/>
          <a:p>
            <a:endParaRPr lang="en-US">
              <a:solidFill>
                <a:srgbClr val="000000"/>
              </a:solidFill>
            </a:endParaRPr>
          </a:p>
          <a:p>
            <a:pPr>
              <a:defRPr sz="2000"/>
            </a:pPr>
            <a:r>
              <a:rPr lang="en-US">
                <a:solidFill>
                  <a:srgbClr val="000000"/>
                </a:solidFill>
              </a:rPr>
              <a:t>Thank you! Any 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56</TotalTime>
  <Words>325</Words>
  <Application>Microsoft Office PowerPoint</Application>
  <PresentationFormat>On-screen Show (4:3)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Tw Cen MT</vt:lpstr>
      <vt:lpstr>Tw Cen MT Condensed</vt:lpstr>
      <vt:lpstr>Wingdings 3</vt:lpstr>
      <vt:lpstr>Integral</vt:lpstr>
      <vt:lpstr>Introduction to DSA</vt:lpstr>
      <vt:lpstr>What is a Data Structure?</vt:lpstr>
      <vt:lpstr>Big Picture: Kitchen Analogy</vt:lpstr>
      <vt:lpstr> Classification of Data Structures</vt:lpstr>
      <vt:lpstr> Linear Data Structures (like a line at a store)</vt:lpstr>
      <vt:lpstr>PowerPoint Presentation</vt:lpstr>
      <vt:lpstr> Non-Linear Data Structures (like relationships)</vt:lpstr>
      <vt:lpstr>PowerPoint Presentation</vt:lpstr>
      <vt:lpstr>PowerPoint Presentation</vt:lpstr>
      <vt:lpstr>What are Algorithms?</vt:lpstr>
      <vt:lpstr> Why DSA Matters</vt:lpstr>
      <vt:lpstr>Summary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Nauman Khan</cp:lastModifiedBy>
  <cp:revision>5</cp:revision>
  <dcterms:created xsi:type="dcterms:W3CDTF">2013-01-27T09:14:16Z</dcterms:created>
  <dcterms:modified xsi:type="dcterms:W3CDTF">2025-09-17T05:39:22Z</dcterms:modified>
  <cp:category/>
</cp:coreProperties>
</file>