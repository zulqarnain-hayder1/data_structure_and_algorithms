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0" r:id="rId14"/>
    <p:sldId id="293" r:id="rId15"/>
    <p:sldId id="294" r:id="rId16"/>
    <p:sldId id="295" r:id="rId17"/>
    <p:sldId id="29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E8EE6-8B08-44CB-81D7-2865068763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C105B-54BC-4F8A-A2CC-321853AA1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Contiguous memory refers to a single, unbroken block of memory allocated to a process, where all the addresses are sequential and adjacent. It’s one of the oldest and simplest memory allocation techniques used in operating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C105B-54BC-4F8A-A2CC-321853AA1C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6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C105B-54BC-4F8A-A2CC-321853AA1C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19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52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2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33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5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1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8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1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5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48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04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87DED590-291C-4D46-BBE6-EE5F0C44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1EC9D6-90B6-4037-BCD1-DF32371E2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6184"/>
            <a:ext cx="2436391" cy="58856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363" y="858475"/>
            <a:ext cx="1972296" cy="5141050"/>
          </a:xfrm>
        </p:spPr>
        <p:txBody>
          <a:bodyPr>
            <a:normAutofit/>
          </a:bodyPr>
          <a:lstStyle/>
          <a:p>
            <a:pPr algn="r"/>
            <a:r>
              <a:rPr lang="en-US" sz="2100">
                <a:solidFill>
                  <a:schemeClr val="bg1"/>
                </a:solidFill>
              </a:rPr>
              <a:t>Instructor: Nauman Khan</a:t>
            </a:r>
          </a:p>
        </p:txBody>
      </p:sp>
      <p:pic>
        <p:nvPicPr>
          <p:cNvPr id="4" name="Picture 3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23323DBE-5893-E07B-8D7B-D5348F6D4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"/>
          <a:stretch>
            <a:fillRect/>
          </a:stretch>
        </p:blipFill>
        <p:spPr>
          <a:xfrm>
            <a:off x="2923308" y="486184"/>
            <a:ext cx="5846042" cy="5885632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9DFC1FD-759F-47F1-B791-6DD75BB7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6184"/>
            <a:ext cx="5846042" cy="5885631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4719" y="858475"/>
            <a:ext cx="5238344" cy="5141050"/>
          </a:xfrm>
        </p:spPr>
        <p:txBody>
          <a:bodyPr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Introduction to DSA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CA197-0230-3941-0446-3D43BBFF9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2929" b="9735"/>
          <a:stretch>
            <a:fillRect/>
          </a:stretch>
        </p:blipFill>
        <p:spPr>
          <a:xfrm>
            <a:off x="1263358" y="640080"/>
            <a:ext cx="6612931" cy="3306457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0C704-15A5-2024-4D48-CA65955B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8F374-0595-1A35-5584-2A97E7BC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Array?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061CC0-BF7D-0D1B-3D63-CEC6724C6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00" b="-1"/>
          <a:stretch>
            <a:fillRect/>
          </a:stretch>
        </p:blipFill>
        <p:spPr>
          <a:xfrm>
            <a:off x="2293" y="43185"/>
            <a:ext cx="9141707" cy="4570899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ED42AB78-4995-EB99-5B87-5D2103DBF5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02D1A943-D473-0D90-DB2D-5133F705D6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2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8ECFA-9294-E0E8-A9FA-7D97EC0C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31F9F-3652-1901-E9CC-8AEA099FB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 Length?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445F-A65C-8B72-B46F-175BD024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" y="16396"/>
            <a:ext cx="9146285" cy="4539207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F4B0CF73-447E-2B8B-AB7E-B23D35951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100F02FF-CA59-382F-0F64-818392ADBF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0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98B81-1BD3-1052-411A-9083CCB5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21F4D-53EB-457D-9A43-0879AC03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CALCULATE Memory ARRAY ADDRESS</a:t>
            </a:r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25A61F-F558-D144-2A08-1375F92B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86"/>
          <a:stretch>
            <a:fillRect/>
          </a:stretch>
        </p:blipFill>
        <p:spPr>
          <a:xfrm>
            <a:off x="164421" y="834992"/>
            <a:ext cx="4172051" cy="2926079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608B08D-9DDB-68BF-6EC7-3B560FBB8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524" t="-4134" r="8068" b="13284"/>
          <a:stretch>
            <a:fillRect/>
          </a:stretch>
        </p:blipFill>
        <p:spPr>
          <a:xfrm>
            <a:off x="4456212" y="795410"/>
            <a:ext cx="4643095" cy="2633590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17FD2DA6-DB7E-2933-F8FB-C7B3C18B54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50D7286F-D32E-DFCA-A780-4B7D300ED2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718EA-0298-7E9B-2C53-7EF46FE1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F8B3D-DCBB-4C0B-E39D-CC0ABA40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Array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E38311-B598-AEDB-AE8B-A77342712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4218"/>
          <a:stretch>
            <a:fillRect/>
          </a:stretch>
        </p:blipFill>
        <p:spPr>
          <a:xfrm>
            <a:off x="367762" y="161190"/>
            <a:ext cx="8103675" cy="424962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C872B62C-0D68-ABC3-70E6-A2A00876B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A322B489-325C-6D01-9996-A58F822D4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DCA7A-A7F2-10C5-1036-FF660A5F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E0A4A-ED72-1958-AD84-C248C998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Array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E9FB6-9C4C-902C-5A61-9307EF23F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4218"/>
          <a:stretch>
            <a:fillRect/>
          </a:stretch>
        </p:blipFill>
        <p:spPr>
          <a:xfrm>
            <a:off x="342900" y="197762"/>
            <a:ext cx="7964191" cy="4176474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73F28018-D2D2-DDAD-86B4-DD36888867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34FDDAC-2394-5002-2425-7ABA3F076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9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BE67B-B86E-A845-2CD2-9C11969A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F8461-8804-EECA-5273-15FCEF6C1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TRAVERSAL</a:t>
            </a:r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5DE594-B9F2-9A07-66AA-05DB79CC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11" y="905944"/>
            <a:ext cx="4026789" cy="2675456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7EA23F1-BA40-146E-4F77-A1D0E371F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14256" r="6148"/>
          <a:stretch>
            <a:fillRect/>
          </a:stretch>
        </p:blipFill>
        <p:spPr>
          <a:xfrm>
            <a:off x="208130" y="1023256"/>
            <a:ext cx="3759572" cy="2558143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E6B2CF7-C237-1AAE-6E76-3F0B2B122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D759939-3EE7-E810-A1E4-0A8256FAC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8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FE6F5-B81F-D349-668F-CAA241BE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4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65837-44DA-F39F-4F4F-EE5070F4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Insertion AT BEGINNING</a:t>
            </a:r>
          </a:p>
        </p:txBody>
      </p:sp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D54DD-AD5D-99CA-978A-2E873CF24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9064" r="13015" b="-4"/>
          <a:stretch>
            <a:fillRect/>
          </a:stretch>
        </p:blipFill>
        <p:spPr>
          <a:xfrm>
            <a:off x="264867" y="448147"/>
            <a:ext cx="4154733" cy="3676998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161BEDC-5094-8656-CB0B-49E1DE0351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2" r="15809" b="3"/>
          <a:stretch>
            <a:fillRect/>
          </a:stretch>
        </p:blipFill>
        <p:spPr>
          <a:xfrm>
            <a:off x="4849905" y="101055"/>
            <a:ext cx="3876828" cy="4345827"/>
          </a:xfrm>
          <a:prstGeom prst="rect">
            <a:avLst/>
          </a:prstGeom>
        </p:spPr>
      </p:pic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A04BB864-BFA0-0680-054B-0729B4BA39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03CD107-BB31-6B4F-8E42-375EE94D75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2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8501E-296A-0BC3-47F0-56FE99B9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8C74A-8CF6-3EDB-0D52-985F2A89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Insertion AT ANY POSITION</a:t>
            </a:r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2DAEF2-F448-9ACC-50DD-139D1289F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5584" r="12105" b="2"/>
          <a:stretch>
            <a:fillRect/>
          </a:stretch>
        </p:blipFill>
        <p:spPr>
          <a:xfrm>
            <a:off x="3410" y="123986"/>
            <a:ext cx="4511692" cy="4047845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1BAAF7-1D29-484F-1660-B264E9B6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" r="18491" b="5"/>
          <a:stretch>
            <a:fillRect/>
          </a:stretch>
        </p:blipFill>
        <p:spPr>
          <a:xfrm>
            <a:off x="4933698" y="-7248"/>
            <a:ext cx="4026781" cy="4610560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402B9E00-80EA-5556-A10F-173A2AB2E1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7725DD85-A04D-B508-4579-D0CB5C0D4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0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5A519-C22D-51D2-D578-DBF5C605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43135-DCA7-F4C5-4414-169657B7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Insertion AT END</a:t>
            </a:r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2EF5555-BA48-F683-B58B-84C344C6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666" y="117094"/>
            <a:ext cx="4610070" cy="4054738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37C24432-94EB-1E6A-4B1D-84D684BBD0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91C456E1-7031-1D33-24BB-D605561D3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10620-5FE7-E626-C9E2-05C5C3595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-788" t="10081" r="11650" b="1446"/>
          <a:stretch>
            <a:fillRect/>
          </a:stretch>
        </p:blipFill>
        <p:spPr>
          <a:xfrm>
            <a:off x="87225" y="434824"/>
            <a:ext cx="4395823" cy="38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2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8BAE5-07D0-55CD-D4A8-F1F22D91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EA34F-475A-632A-4B20-E3FCFC17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Insertion AT END</a:t>
            </a:r>
          </a:p>
        </p:txBody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751B67-C66B-F5A6-0646-36E32024E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4" r="13717" b="1"/>
          <a:stretch>
            <a:fillRect/>
          </a:stretch>
        </p:blipFill>
        <p:spPr>
          <a:xfrm>
            <a:off x="330058" y="254109"/>
            <a:ext cx="4026789" cy="4039719"/>
          </a:xfrm>
          <a:prstGeom prst="rect">
            <a:avLst/>
          </a:prstGeom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F66093-7CBE-18E9-32C3-5FF8558A9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" r="18491" b="5"/>
          <a:stretch>
            <a:fillRect/>
          </a:stretch>
        </p:blipFill>
        <p:spPr>
          <a:xfrm>
            <a:off x="4650089" y="90031"/>
            <a:ext cx="4292431" cy="4435283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DD8B63D5-0027-859B-D4F1-1B9B9F95CA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F9C7FC98-BCFE-9E1A-95D5-FE80D271C0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76390-08FC-5D46-E701-EDEDFC01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9DCF4-5F68-F542-BDEA-DCF0CB79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DELETION AT START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FB2DF-599C-4F59-1B0C-C6A2986B2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9884" r="2584"/>
          <a:stretch>
            <a:fillRect/>
          </a:stretch>
        </p:blipFill>
        <p:spPr>
          <a:xfrm>
            <a:off x="45338" y="39120"/>
            <a:ext cx="4374262" cy="3939165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6E17E3F-F594-9E10-F520-222ACCC27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211" y="39120"/>
            <a:ext cx="4508445" cy="4482536"/>
          </a:xfrm>
          <a:prstGeom prst="rect">
            <a:avLst/>
          </a:prstGeom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CFD02AC1-36C2-F0BE-129F-9DAB342DA1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225D1824-3AEA-CA59-6489-E076C846F8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4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7592A-282D-8766-867F-8C07DA51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E0868725-2FB8-471A-CA62-070556E9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47C38BD0-AFEC-91B2-AA06-821101666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1E8FA1D-CC92-D450-E40C-350E5E5B1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7F84C689-E17F-DD41-786E-66A8CB87F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2CA4C-4BC8-64FB-B34F-9EC33D2D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ANY POINT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3C0A82E-548B-4A7B-E503-04CCFAB72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77EBB69-3F0E-A6AC-FE90-09C5DB074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CE2F657-5E49-44DF-0981-5D5FE162A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857745DF-79C2-7843-E934-BC97A26E74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612AF734-3F10-2FC6-FC4E-93B9513672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DE7DF-ECAA-8CE3-DA5E-69E46B20D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89" y="58584"/>
            <a:ext cx="4454940" cy="447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52A8C-F57A-3339-A6E5-105DAF5FC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71" y="58584"/>
            <a:ext cx="4432182" cy="417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2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30CF4-B0E6-CF7C-1B0E-D626CC47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873F07E7-7450-4720-F1CD-135D78A7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A94164F3-4533-9D38-4B14-2573F1A1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715B13-5F93-673F-2CB5-FC844E71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E22121F-9D97-84EB-CBAB-6029466C1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C5B50-7FFC-2E48-E494-8472D4A7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END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2447A53-F8B7-7B80-D003-BFF854156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5447D24-67EA-E23F-81F9-F0615934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08FC56B-0167-CD1A-2295-F3AF28FB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EF5142C-3C8B-7B40-178C-03DAF5E40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AF899D09-72ED-B72B-52C7-85388FD6B5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5FACB-AFC4-1544-DE08-354BF48D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11" b="7258"/>
          <a:stretch>
            <a:fillRect/>
          </a:stretch>
        </p:blipFill>
        <p:spPr>
          <a:xfrm>
            <a:off x="4406168" y="11022"/>
            <a:ext cx="4737831" cy="4514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94763-0572-D662-08C7-914406CC3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2499"/>
          <a:stretch>
            <a:fillRect/>
          </a:stretch>
        </p:blipFill>
        <p:spPr>
          <a:xfrm>
            <a:off x="94626" y="653142"/>
            <a:ext cx="3812593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3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19C49-D90B-9642-DA91-86266A8E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0AF5968B-56A4-DA8A-0F7E-19DC76644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FB866992-044F-ABE5-527A-F11654FF8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CFAD61-57B8-C6CD-6CF8-2AC2CD0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A0CBFD7B-DAC1-2FBC-D934-FF3BBCAB5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A8AFA-2ED5-F170-C9CE-B0B53E47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END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4609099D-F94E-35A3-FD04-425C3D576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FF8F26C-ACB2-7A30-FE4E-F70F06F2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B979DB6-15B8-0C36-748C-C06FFFEB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34D5C2F-4AF8-201D-E611-707FEBCC5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05841C66-2558-9F79-EB27-4699E6E822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B2F5B-2377-0AAE-A901-33E7B031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11" b="7258"/>
          <a:stretch>
            <a:fillRect/>
          </a:stretch>
        </p:blipFill>
        <p:spPr>
          <a:xfrm>
            <a:off x="4406168" y="11022"/>
            <a:ext cx="4737831" cy="4514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61EEE-3292-CBF0-4ACD-B4772C1C8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2499"/>
          <a:stretch>
            <a:fillRect/>
          </a:stretch>
        </p:blipFill>
        <p:spPr>
          <a:xfrm>
            <a:off x="94626" y="152400"/>
            <a:ext cx="3812593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3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82CFD-462F-5353-B49C-440E9032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1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8B5B693-C595-4524-A03C-B775B6BE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6D7282-6C16-6199-92E7-7BF0E3D0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45" y="-118644"/>
            <a:ext cx="4287231" cy="4803619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211CBF94-6002-4EC8-9498-6AC47E680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706" y="4676775"/>
            <a:ext cx="8188233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AFC5A-7E41-E08F-3B84-59AF0ED1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4773068"/>
            <a:ext cx="5457825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Searching in array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81A7DF2-B382-4775-B387-03B45F29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E0D91442-97EF-6F77-0834-BC679644A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54E83320-7770-A1AD-C6C0-E1CDC75BED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E72451-E437-29B0-EE45-12AD9FCD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5" y="803349"/>
            <a:ext cx="4733279" cy="24732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3592D-6F80-8A29-99F0-6AC8EABC8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145"/>
          <a:stretch>
            <a:fillRect/>
          </a:stretch>
        </p:blipFill>
        <p:spPr>
          <a:xfrm>
            <a:off x="260061" y="3540518"/>
            <a:ext cx="345343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300</TotalTime>
  <Words>109</Words>
  <Application>Microsoft Office PowerPoint</Application>
  <PresentationFormat>On-screen Show (4:3)</PresentationFormat>
  <Paragraphs>21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Tw Cen MT</vt:lpstr>
      <vt:lpstr>Tw Cen MT Condensed</vt:lpstr>
      <vt:lpstr>Wingdings 3</vt:lpstr>
      <vt:lpstr>Integral</vt:lpstr>
      <vt:lpstr>Introduction to DSA</vt:lpstr>
      <vt:lpstr>What is Array?</vt:lpstr>
      <vt:lpstr>What is Array?</vt:lpstr>
      <vt:lpstr>What is Array Length?</vt:lpstr>
      <vt:lpstr>CALCULATE Memory ARRAY ADDRESS</vt:lpstr>
      <vt:lpstr>Array Operation</vt:lpstr>
      <vt:lpstr>Array Operation</vt:lpstr>
      <vt:lpstr>ARRAY TRAVERSAL</vt:lpstr>
      <vt:lpstr>ARRAY Insertion AT BEGINNING</vt:lpstr>
      <vt:lpstr>ARRAY Insertion AT ANY POSITION</vt:lpstr>
      <vt:lpstr>ARRAY Insertion AT END</vt:lpstr>
      <vt:lpstr>ARRAY Insertion AT END</vt:lpstr>
      <vt:lpstr>ARRAY DELETION AT START</vt:lpstr>
      <vt:lpstr>ARRAY DELETION AT ANY POINT</vt:lpstr>
      <vt:lpstr>ARRAY DELETION AT END</vt:lpstr>
      <vt:lpstr>ARRAY DELETION AT END</vt:lpstr>
      <vt:lpstr>Searching in array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Nauman Khan</cp:lastModifiedBy>
  <cp:revision>10</cp:revision>
  <dcterms:created xsi:type="dcterms:W3CDTF">2013-01-27T09:14:16Z</dcterms:created>
  <dcterms:modified xsi:type="dcterms:W3CDTF">2025-09-17T01:56:18Z</dcterms:modified>
  <cp:category/>
</cp:coreProperties>
</file>