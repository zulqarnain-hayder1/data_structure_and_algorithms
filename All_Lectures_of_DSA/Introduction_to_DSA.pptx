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A0F5CD-7533-466E-A54B-473A0B3EE9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15E100-4914-43EC-BAE8-85524A438E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What are Data Structures?</a:t>
          </a:r>
        </a:p>
      </dgm:t>
    </dgm:pt>
    <dgm:pt modelId="{5B473579-87CE-4929-BDDA-58AE528FC2AA}" type="parTrans" cxnId="{169B5CDB-BF1E-43B4-ADDD-633C2BC1B3B0}">
      <dgm:prSet/>
      <dgm:spPr/>
      <dgm:t>
        <a:bodyPr/>
        <a:lstStyle/>
        <a:p>
          <a:endParaRPr lang="en-US"/>
        </a:p>
      </dgm:t>
    </dgm:pt>
    <dgm:pt modelId="{8622DD7C-C2C4-4D13-830E-0AB1B01C770F}" type="sibTrans" cxnId="{169B5CDB-BF1E-43B4-ADDD-633C2BC1B3B0}">
      <dgm:prSet/>
      <dgm:spPr/>
      <dgm:t>
        <a:bodyPr/>
        <a:lstStyle/>
        <a:p>
          <a:endParaRPr lang="en-US"/>
        </a:p>
      </dgm:t>
    </dgm:pt>
    <dgm:pt modelId="{35616932-466B-47AB-B60A-58234F3C3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•Why Learn DS?</a:t>
          </a:r>
        </a:p>
      </dgm:t>
    </dgm:pt>
    <dgm:pt modelId="{28BB706A-A206-4186-A836-91B47D742EB0}" type="parTrans" cxnId="{CAF4B1E4-3004-469E-B8D9-0C8A349EFBB7}">
      <dgm:prSet/>
      <dgm:spPr/>
      <dgm:t>
        <a:bodyPr/>
        <a:lstStyle/>
        <a:p>
          <a:endParaRPr lang="en-US"/>
        </a:p>
      </dgm:t>
    </dgm:pt>
    <dgm:pt modelId="{CD77108D-2119-4E2E-91EC-11CD319872EB}" type="sibTrans" cxnId="{CAF4B1E4-3004-469E-B8D9-0C8A349EFBB7}">
      <dgm:prSet/>
      <dgm:spPr/>
      <dgm:t>
        <a:bodyPr/>
        <a:lstStyle/>
        <a:p>
          <a:endParaRPr lang="en-US"/>
        </a:p>
      </dgm:t>
    </dgm:pt>
    <dgm:pt modelId="{C2A5AD36-5103-47F5-998A-25CB5D906C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Real-Life Applications</a:t>
          </a:r>
        </a:p>
      </dgm:t>
    </dgm:pt>
    <dgm:pt modelId="{EA8D742B-0BEA-4198-971A-EDA7AB28A1BD}" type="parTrans" cxnId="{F85DDB7D-D258-4B2C-B68C-DB76E2375077}">
      <dgm:prSet/>
      <dgm:spPr/>
      <dgm:t>
        <a:bodyPr/>
        <a:lstStyle/>
        <a:p>
          <a:endParaRPr lang="en-US"/>
        </a:p>
      </dgm:t>
    </dgm:pt>
    <dgm:pt modelId="{08E0CF4D-08EC-4535-BBBC-2DEEFA213BE9}" type="sibTrans" cxnId="{F85DDB7D-D258-4B2C-B68C-DB76E2375077}">
      <dgm:prSet/>
      <dgm:spPr/>
      <dgm:t>
        <a:bodyPr/>
        <a:lstStyle/>
        <a:p>
          <a:endParaRPr lang="en-US"/>
        </a:p>
      </dgm:t>
    </dgm:pt>
    <dgm:pt modelId="{E4E04774-D823-4E55-9FFF-3BACE144C6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Career &amp; Academic Relevance</a:t>
          </a:r>
        </a:p>
      </dgm:t>
    </dgm:pt>
    <dgm:pt modelId="{1F4C456B-781A-4CF6-A8CC-EB9A0DD252D6}" type="parTrans" cxnId="{BE5E2BC5-B58E-4180-AEBC-C1C455ABC95C}">
      <dgm:prSet/>
      <dgm:spPr/>
      <dgm:t>
        <a:bodyPr/>
        <a:lstStyle/>
        <a:p>
          <a:endParaRPr lang="en-US"/>
        </a:p>
      </dgm:t>
    </dgm:pt>
    <dgm:pt modelId="{D5302A06-CC3A-47F4-99B1-BD68F0409C40}" type="sibTrans" cxnId="{BE5E2BC5-B58E-4180-AEBC-C1C455ABC95C}">
      <dgm:prSet/>
      <dgm:spPr/>
      <dgm:t>
        <a:bodyPr/>
        <a:lstStyle/>
        <a:p>
          <a:endParaRPr lang="en-US"/>
        </a:p>
      </dgm:t>
    </dgm:pt>
    <dgm:pt modelId="{68723D58-7C03-4163-A781-66A212740108}" type="pres">
      <dgm:prSet presAssocID="{B8A0F5CD-7533-466E-A54B-473A0B3EE98F}" presName="root" presStyleCnt="0">
        <dgm:presLayoutVars>
          <dgm:dir/>
          <dgm:resizeHandles val="exact"/>
        </dgm:presLayoutVars>
      </dgm:prSet>
      <dgm:spPr/>
    </dgm:pt>
    <dgm:pt modelId="{13391FC8-A035-4728-A32D-71CD3646D47F}" type="pres">
      <dgm:prSet presAssocID="{C115E100-4914-43EC-BAE8-85524A438E55}" presName="compNode" presStyleCnt="0"/>
      <dgm:spPr/>
    </dgm:pt>
    <dgm:pt modelId="{3D7AF6DC-2C88-4E2D-8902-A4149D66471D}" type="pres">
      <dgm:prSet presAssocID="{C115E100-4914-43EC-BAE8-85524A438E55}" presName="bgRect" presStyleLbl="bgShp" presStyleIdx="0" presStyleCnt="4"/>
      <dgm:spPr/>
    </dgm:pt>
    <dgm:pt modelId="{163E6BAF-0C05-4757-A580-7332EA835391}" type="pres">
      <dgm:prSet presAssocID="{C115E100-4914-43EC-BAE8-85524A438E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2A8195C-C402-4A0E-AE52-D59C2F351F5C}" type="pres">
      <dgm:prSet presAssocID="{C115E100-4914-43EC-BAE8-85524A438E55}" presName="spaceRect" presStyleCnt="0"/>
      <dgm:spPr/>
    </dgm:pt>
    <dgm:pt modelId="{A5CA0004-D676-42FF-91AA-9A0A44EB3305}" type="pres">
      <dgm:prSet presAssocID="{C115E100-4914-43EC-BAE8-85524A438E55}" presName="parTx" presStyleLbl="revTx" presStyleIdx="0" presStyleCnt="4">
        <dgm:presLayoutVars>
          <dgm:chMax val="0"/>
          <dgm:chPref val="0"/>
        </dgm:presLayoutVars>
      </dgm:prSet>
      <dgm:spPr/>
    </dgm:pt>
    <dgm:pt modelId="{14F80F80-7F0A-4792-8C7D-D394F5804C36}" type="pres">
      <dgm:prSet presAssocID="{8622DD7C-C2C4-4D13-830E-0AB1B01C770F}" presName="sibTrans" presStyleCnt="0"/>
      <dgm:spPr/>
    </dgm:pt>
    <dgm:pt modelId="{14E13873-F064-4C77-97C8-0094424D4577}" type="pres">
      <dgm:prSet presAssocID="{35616932-466B-47AB-B60A-58234F3C3984}" presName="compNode" presStyleCnt="0"/>
      <dgm:spPr/>
    </dgm:pt>
    <dgm:pt modelId="{27A60A26-5083-487A-A864-A9FCADE85973}" type="pres">
      <dgm:prSet presAssocID="{35616932-466B-47AB-B60A-58234F3C3984}" presName="bgRect" presStyleLbl="bgShp" presStyleIdx="1" presStyleCnt="4"/>
      <dgm:spPr/>
    </dgm:pt>
    <dgm:pt modelId="{2B5B3914-C70B-4D1B-B135-751FBE603A72}" type="pres">
      <dgm:prSet presAssocID="{35616932-466B-47AB-B60A-58234F3C39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D02613C-FBC2-4A2C-8420-6B5E11F0A28E}" type="pres">
      <dgm:prSet presAssocID="{35616932-466B-47AB-B60A-58234F3C3984}" presName="spaceRect" presStyleCnt="0"/>
      <dgm:spPr/>
    </dgm:pt>
    <dgm:pt modelId="{93C80651-0D40-4095-A0DD-C1262F7F0BB8}" type="pres">
      <dgm:prSet presAssocID="{35616932-466B-47AB-B60A-58234F3C3984}" presName="parTx" presStyleLbl="revTx" presStyleIdx="1" presStyleCnt="4">
        <dgm:presLayoutVars>
          <dgm:chMax val="0"/>
          <dgm:chPref val="0"/>
        </dgm:presLayoutVars>
      </dgm:prSet>
      <dgm:spPr/>
    </dgm:pt>
    <dgm:pt modelId="{1B3290A2-203F-4535-ADAB-ED7AB57B3335}" type="pres">
      <dgm:prSet presAssocID="{CD77108D-2119-4E2E-91EC-11CD319872EB}" presName="sibTrans" presStyleCnt="0"/>
      <dgm:spPr/>
    </dgm:pt>
    <dgm:pt modelId="{63C20EC9-2815-416F-9959-30004E31395D}" type="pres">
      <dgm:prSet presAssocID="{C2A5AD36-5103-47F5-998A-25CB5D906C95}" presName="compNode" presStyleCnt="0"/>
      <dgm:spPr/>
    </dgm:pt>
    <dgm:pt modelId="{4FB05811-D69C-4952-B49C-5A2DDE4521F0}" type="pres">
      <dgm:prSet presAssocID="{C2A5AD36-5103-47F5-998A-25CB5D906C95}" presName="bgRect" presStyleLbl="bgShp" presStyleIdx="2" presStyleCnt="4"/>
      <dgm:spPr/>
    </dgm:pt>
    <dgm:pt modelId="{FD6717F1-1049-4698-B5CA-830D7D07F4D0}" type="pres">
      <dgm:prSet presAssocID="{C2A5AD36-5103-47F5-998A-25CB5D906C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1E765E1B-9F89-4FA4-8586-8C7D44FE9B3F}" type="pres">
      <dgm:prSet presAssocID="{C2A5AD36-5103-47F5-998A-25CB5D906C95}" presName="spaceRect" presStyleCnt="0"/>
      <dgm:spPr/>
    </dgm:pt>
    <dgm:pt modelId="{EB8C66D8-9A23-49B5-BF73-5390D92AA5B3}" type="pres">
      <dgm:prSet presAssocID="{C2A5AD36-5103-47F5-998A-25CB5D906C95}" presName="parTx" presStyleLbl="revTx" presStyleIdx="2" presStyleCnt="4">
        <dgm:presLayoutVars>
          <dgm:chMax val="0"/>
          <dgm:chPref val="0"/>
        </dgm:presLayoutVars>
      </dgm:prSet>
      <dgm:spPr/>
    </dgm:pt>
    <dgm:pt modelId="{0840F0BF-193D-46AC-9E41-A0F91398F675}" type="pres">
      <dgm:prSet presAssocID="{08E0CF4D-08EC-4535-BBBC-2DEEFA213BE9}" presName="sibTrans" presStyleCnt="0"/>
      <dgm:spPr/>
    </dgm:pt>
    <dgm:pt modelId="{2DDD570F-DD64-4ABE-A4B8-89645FC57A7A}" type="pres">
      <dgm:prSet presAssocID="{E4E04774-D823-4E55-9FFF-3BACE144C635}" presName="compNode" presStyleCnt="0"/>
      <dgm:spPr/>
    </dgm:pt>
    <dgm:pt modelId="{8FCA2754-FBC5-4C7A-B868-57353221836D}" type="pres">
      <dgm:prSet presAssocID="{E4E04774-D823-4E55-9FFF-3BACE144C635}" presName="bgRect" presStyleLbl="bgShp" presStyleIdx="3" presStyleCnt="4"/>
      <dgm:spPr/>
    </dgm:pt>
    <dgm:pt modelId="{AB04CF81-5236-4DBC-AF34-5781F713A44B}" type="pres">
      <dgm:prSet presAssocID="{E4E04774-D823-4E55-9FFF-3BACE144C6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10504D2-3C33-41D5-B378-54DB89BEAA18}" type="pres">
      <dgm:prSet presAssocID="{E4E04774-D823-4E55-9FFF-3BACE144C635}" presName="spaceRect" presStyleCnt="0"/>
      <dgm:spPr/>
    </dgm:pt>
    <dgm:pt modelId="{523B951F-79DA-49E6-9370-1908B4FBE5A1}" type="pres">
      <dgm:prSet presAssocID="{E4E04774-D823-4E55-9FFF-3BACE144C63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3CC1637-99B3-4FD6-8174-C896E91ACF09}" type="presOf" srcId="{C2A5AD36-5103-47F5-998A-25CB5D906C95}" destId="{EB8C66D8-9A23-49B5-BF73-5390D92AA5B3}" srcOrd="0" destOrd="0" presId="urn:microsoft.com/office/officeart/2018/2/layout/IconVerticalSolidList"/>
    <dgm:cxn modelId="{A8C9ED5B-21E3-4299-B777-7AF765CB559A}" type="presOf" srcId="{35616932-466B-47AB-B60A-58234F3C3984}" destId="{93C80651-0D40-4095-A0DD-C1262F7F0BB8}" srcOrd="0" destOrd="0" presId="urn:microsoft.com/office/officeart/2018/2/layout/IconVerticalSolidList"/>
    <dgm:cxn modelId="{F85DDB7D-D258-4B2C-B68C-DB76E2375077}" srcId="{B8A0F5CD-7533-466E-A54B-473A0B3EE98F}" destId="{C2A5AD36-5103-47F5-998A-25CB5D906C95}" srcOrd="2" destOrd="0" parTransId="{EA8D742B-0BEA-4198-971A-EDA7AB28A1BD}" sibTransId="{08E0CF4D-08EC-4535-BBBC-2DEEFA213BE9}"/>
    <dgm:cxn modelId="{12B0B28C-7AEA-450F-A662-031BF946CDEA}" type="presOf" srcId="{C115E100-4914-43EC-BAE8-85524A438E55}" destId="{A5CA0004-D676-42FF-91AA-9A0A44EB3305}" srcOrd="0" destOrd="0" presId="urn:microsoft.com/office/officeart/2018/2/layout/IconVerticalSolidList"/>
    <dgm:cxn modelId="{313E8495-DEDF-4A8E-B97A-0CC628E6B4A6}" type="presOf" srcId="{B8A0F5CD-7533-466E-A54B-473A0B3EE98F}" destId="{68723D58-7C03-4163-A781-66A212740108}" srcOrd="0" destOrd="0" presId="urn:microsoft.com/office/officeart/2018/2/layout/IconVerticalSolidList"/>
    <dgm:cxn modelId="{59AEE4A0-B916-4F72-81AE-F1CEBCFB6C09}" type="presOf" srcId="{E4E04774-D823-4E55-9FFF-3BACE144C635}" destId="{523B951F-79DA-49E6-9370-1908B4FBE5A1}" srcOrd="0" destOrd="0" presId="urn:microsoft.com/office/officeart/2018/2/layout/IconVerticalSolidList"/>
    <dgm:cxn modelId="{BE5E2BC5-B58E-4180-AEBC-C1C455ABC95C}" srcId="{B8A0F5CD-7533-466E-A54B-473A0B3EE98F}" destId="{E4E04774-D823-4E55-9FFF-3BACE144C635}" srcOrd="3" destOrd="0" parTransId="{1F4C456B-781A-4CF6-A8CC-EB9A0DD252D6}" sibTransId="{D5302A06-CC3A-47F4-99B1-BD68F0409C40}"/>
    <dgm:cxn modelId="{169B5CDB-BF1E-43B4-ADDD-633C2BC1B3B0}" srcId="{B8A0F5CD-7533-466E-A54B-473A0B3EE98F}" destId="{C115E100-4914-43EC-BAE8-85524A438E55}" srcOrd="0" destOrd="0" parTransId="{5B473579-87CE-4929-BDDA-58AE528FC2AA}" sibTransId="{8622DD7C-C2C4-4D13-830E-0AB1B01C770F}"/>
    <dgm:cxn modelId="{CAF4B1E4-3004-469E-B8D9-0C8A349EFBB7}" srcId="{B8A0F5CD-7533-466E-A54B-473A0B3EE98F}" destId="{35616932-466B-47AB-B60A-58234F3C3984}" srcOrd="1" destOrd="0" parTransId="{28BB706A-A206-4186-A836-91B47D742EB0}" sibTransId="{CD77108D-2119-4E2E-91EC-11CD319872EB}"/>
    <dgm:cxn modelId="{63795F25-906A-4872-81AC-D3167E3ACD19}" type="presParOf" srcId="{68723D58-7C03-4163-A781-66A212740108}" destId="{13391FC8-A035-4728-A32D-71CD3646D47F}" srcOrd="0" destOrd="0" presId="urn:microsoft.com/office/officeart/2018/2/layout/IconVerticalSolidList"/>
    <dgm:cxn modelId="{18C634AB-7008-40D6-9551-3C14B65E0E29}" type="presParOf" srcId="{13391FC8-A035-4728-A32D-71CD3646D47F}" destId="{3D7AF6DC-2C88-4E2D-8902-A4149D66471D}" srcOrd="0" destOrd="0" presId="urn:microsoft.com/office/officeart/2018/2/layout/IconVerticalSolidList"/>
    <dgm:cxn modelId="{91AD9869-39D0-4D5C-BD44-059EA40D6F41}" type="presParOf" srcId="{13391FC8-A035-4728-A32D-71CD3646D47F}" destId="{163E6BAF-0C05-4757-A580-7332EA835391}" srcOrd="1" destOrd="0" presId="urn:microsoft.com/office/officeart/2018/2/layout/IconVerticalSolidList"/>
    <dgm:cxn modelId="{94F8B7AA-70D8-4C13-A7C6-9629D2993844}" type="presParOf" srcId="{13391FC8-A035-4728-A32D-71CD3646D47F}" destId="{22A8195C-C402-4A0E-AE52-D59C2F351F5C}" srcOrd="2" destOrd="0" presId="urn:microsoft.com/office/officeart/2018/2/layout/IconVerticalSolidList"/>
    <dgm:cxn modelId="{1C8402B1-BFB5-4DD5-B389-216C226210FB}" type="presParOf" srcId="{13391FC8-A035-4728-A32D-71CD3646D47F}" destId="{A5CA0004-D676-42FF-91AA-9A0A44EB3305}" srcOrd="3" destOrd="0" presId="urn:microsoft.com/office/officeart/2018/2/layout/IconVerticalSolidList"/>
    <dgm:cxn modelId="{68EA2D85-4F66-4F84-B6A0-C93A41915EB3}" type="presParOf" srcId="{68723D58-7C03-4163-A781-66A212740108}" destId="{14F80F80-7F0A-4792-8C7D-D394F5804C36}" srcOrd="1" destOrd="0" presId="urn:microsoft.com/office/officeart/2018/2/layout/IconVerticalSolidList"/>
    <dgm:cxn modelId="{F30393CC-841A-4A7F-898A-F97F1CA7AF03}" type="presParOf" srcId="{68723D58-7C03-4163-A781-66A212740108}" destId="{14E13873-F064-4C77-97C8-0094424D4577}" srcOrd="2" destOrd="0" presId="urn:microsoft.com/office/officeart/2018/2/layout/IconVerticalSolidList"/>
    <dgm:cxn modelId="{49CE9083-0680-4EA9-B02F-DE4A95DBE2B5}" type="presParOf" srcId="{14E13873-F064-4C77-97C8-0094424D4577}" destId="{27A60A26-5083-487A-A864-A9FCADE85973}" srcOrd="0" destOrd="0" presId="urn:microsoft.com/office/officeart/2018/2/layout/IconVerticalSolidList"/>
    <dgm:cxn modelId="{6D2C91AD-0424-4B0F-9B88-25FE5A761F6F}" type="presParOf" srcId="{14E13873-F064-4C77-97C8-0094424D4577}" destId="{2B5B3914-C70B-4D1B-B135-751FBE603A72}" srcOrd="1" destOrd="0" presId="urn:microsoft.com/office/officeart/2018/2/layout/IconVerticalSolidList"/>
    <dgm:cxn modelId="{51CD6F03-6344-46D2-BC13-8C967297BA77}" type="presParOf" srcId="{14E13873-F064-4C77-97C8-0094424D4577}" destId="{FD02613C-FBC2-4A2C-8420-6B5E11F0A28E}" srcOrd="2" destOrd="0" presId="urn:microsoft.com/office/officeart/2018/2/layout/IconVerticalSolidList"/>
    <dgm:cxn modelId="{0CDB0684-E29C-451E-B819-E70B69A80C8D}" type="presParOf" srcId="{14E13873-F064-4C77-97C8-0094424D4577}" destId="{93C80651-0D40-4095-A0DD-C1262F7F0BB8}" srcOrd="3" destOrd="0" presId="urn:microsoft.com/office/officeart/2018/2/layout/IconVerticalSolidList"/>
    <dgm:cxn modelId="{59BEB3BC-5E72-47FF-A47B-8BD0A31146DE}" type="presParOf" srcId="{68723D58-7C03-4163-A781-66A212740108}" destId="{1B3290A2-203F-4535-ADAB-ED7AB57B3335}" srcOrd="3" destOrd="0" presId="urn:microsoft.com/office/officeart/2018/2/layout/IconVerticalSolidList"/>
    <dgm:cxn modelId="{2A3CA785-8482-4105-B1A0-DF8E728EF17B}" type="presParOf" srcId="{68723D58-7C03-4163-A781-66A212740108}" destId="{63C20EC9-2815-416F-9959-30004E31395D}" srcOrd="4" destOrd="0" presId="urn:microsoft.com/office/officeart/2018/2/layout/IconVerticalSolidList"/>
    <dgm:cxn modelId="{7285335E-8CAF-4C53-9D27-4DE74BCBF0CB}" type="presParOf" srcId="{63C20EC9-2815-416F-9959-30004E31395D}" destId="{4FB05811-D69C-4952-B49C-5A2DDE4521F0}" srcOrd="0" destOrd="0" presId="urn:microsoft.com/office/officeart/2018/2/layout/IconVerticalSolidList"/>
    <dgm:cxn modelId="{5B384C9B-608C-481A-9A2C-ADB53C95387B}" type="presParOf" srcId="{63C20EC9-2815-416F-9959-30004E31395D}" destId="{FD6717F1-1049-4698-B5CA-830D7D07F4D0}" srcOrd="1" destOrd="0" presId="urn:microsoft.com/office/officeart/2018/2/layout/IconVerticalSolidList"/>
    <dgm:cxn modelId="{C300DB8C-F8F2-4E26-94F4-7BCB417206DB}" type="presParOf" srcId="{63C20EC9-2815-416F-9959-30004E31395D}" destId="{1E765E1B-9F89-4FA4-8586-8C7D44FE9B3F}" srcOrd="2" destOrd="0" presId="urn:microsoft.com/office/officeart/2018/2/layout/IconVerticalSolidList"/>
    <dgm:cxn modelId="{8E3F114B-A599-45B1-88B7-4B9C16EA6114}" type="presParOf" srcId="{63C20EC9-2815-416F-9959-30004E31395D}" destId="{EB8C66D8-9A23-49B5-BF73-5390D92AA5B3}" srcOrd="3" destOrd="0" presId="urn:microsoft.com/office/officeart/2018/2/layout/IconVerticalSolidList"/>
    <dgm:cxn modelId="{1737A4F8-9DAD-46F2-A64B-D1D781E73C18}" type="presParOf" srcId="{68723D58-7C03-4163-A781-66A212740108}" destId="{0840F0BF-193D-46AC-9E41-A0F91398F675}" srcOrd="5" destOrd="0" presId="urn:microsoft.com/office/officeart/2018/2/layout/IconVerticalSolidList"/>
    <dgm:cxn modelId="{64C950B9-1674-427D-AEEC-C5FB345F56AB}" type="presParOf" srcId="{68723D58-7C03-4163-A781-66A212740108}" destId="{2DDD570F-DD64-4ABE-A4B8-89645FC57A7A}" srcOrd="6" destOrd="0" presId="urn:microsoft.com/office/officeart/2018/2/layout/IconVerticalSolidList"/>
    <dgm:cxn modelId="{0082FE7F-CCA9-4246-BC5C-A3E1C15C7DDE}" type="presParOf" srcId="{2DDD570F-DD64-4ABE-A4B8-89645FC57A7A}" destId="{8FCA2754-FBC5-4C7A-B868-57353221836D}" srcOrd="0" destOrd="0" presId="urn:microsoft.com/office/officeart/2018/2/layout/IconVerticalSolidList"/>
    <dgm:cxn modelId="{12E15F5B-EE42-44FF-AB1C-D1A64256435B}" type="presParOf" srcId="{2DDD570F-DD64-4ABE-A4B8-89645FC57A7A}" destId="{AB04CF81-5236-4DBC-AF34-5781F713A44B}" srcOrd="1" destOrd="0" presId="urn:microsoft.com/office/officeart/2018/2/layout/IconVerticalSolidList"/>
    <dgm:cxn modelId="{512D5777-0329-4AD8-A088-0FDC54ECC8AE}" type="presParOf" srcId="{2DDD570F-DD64-4ABE-A4B8-89645FC57A7A}" destId="{E10504D2-3C33-41D5-B378-54DB89BEAA18}" srcOrd="2" destOrd="0" presId="urn:microsoft.com/office/officeart/2018/2/layout/IconVerticalSolidList"/>
    <dgm:cxn modelId="{CF9342A2-D9CA-4854-823E-EAD6C6E565BD}" type="presParOf" srcId="{2DDD570F-DD64-4ABE-A4B8-89645FC57A7A}" destId="{523B951F-79DA-49E6-9370-1908B4FBE5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548AF8-7A18-4096-AD24-46635D11893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95E5DD-63EB-47ED-AA59-24BD747E3043}">
      <dgm:prSet/>
      <dgm:spPr/>
      <dgm:t>
        <a:bodyPr/>
        <a:lstStyle/>
        <a:p>
          <a:r>
            <a:rPr lang="en-US"/>
            <a:t>• Builds problem-solving mindset</a:t>
          </a:r>
        </a:p>
      </dgm:t>
    </dgm:pt>
    <dgm:pt modelId="{4F946287-2EDF-45EF-8C62-D5E943FB65CF}" type="parTrans" cxnId="{FD5C01BC-5BFD-4CF4-8803-6B50393E4B29}">
      <dgm:prSet/>
      <dgm:spPr/>
      <dgm:t>
        <a:bodyPr/>
        <a:lstStyle/>
        <a:p>
          <a:endParaRPr lang="en-US"/>
        </a:p>
      </dgm:t>
    </dgm:pt>
    <dgm:pt modelId="{963EB349-7E7F-4FA5-8208-42350D378EF1}" type="sibTrans" cxnId="{FD5C01BC-5BFD-4CF4-8803-6B50393E4B29}">
      <dgm:prSet/>
      <dgm:spPr/>
      <dgm:t>
        <a:bodyPr/>
        <a:lstStyle/>
        <a:p>
          <a:endParaRPr lang="en-US"/>
        </a:p>
      </dgm:t>
    </dgm:pt>
    <dgm:pt modelId="{6A0B668D-9E05-43F9-8E79-7CB43B825C01}">
      <dgm:prSet/>
      <dgm:spPr/>
      <dgm:t>
        <a:bodyPr/>
        <a:lstStyle/>
        <a:p>
          <a:r>
            <a:rPr lang="en-US"/>
            <a:t>• Essential for efficient coding</a:t>
          </a:r>
        </a:p>
      </dgm:t>
    </dgm:pt>
    <dgm:pt modelId="{022FFD8D-AB81-478D-9C8F-70A5B097529A}" type="parTrans" cxnId="{CA0AF496-DA46-44D8-9795-CA06C24F9B05}">
      <dgm:prSet/>
      <dgm:spPr/>
      <dgm:t>
        <a:bodyPr/>
        <a:lstStyle/>
        <a:p>
          <a:endParaRPr lang="en-US"/>
        </a:p>
      </dgm:t>
    </dgm:pt>
    <dgm:pt modelId="{DA932526-D805-4E34-BFBA-A76FE8DD004B}" type="sibTrans" cxnId="{CA0AF496-DA46-44D8-9795-CA06C24F9B05}">
      <dgm:prSet/>
      <dgm:spPr/>
      <dgm:t>
        <a:bodyPr/>
        <a:lstStyle/>
        <a:p>
          <a:endParaRPr lang="en-US"/>
        </a:p>
      </dgm:t>
    </dgm:pt>
    <dgm:pt modelId="{D0F8A659-7644-48AB-93A2-0C76B89F4794}">
      <dgm:prSet/>
      <dgm:spPr/>
      <dgm:t>
        <a:bodyPr/>
        <a:lstStyle/>
        <a:p>
          <a:r>
            <a:rPr lang="en-US"/>
            <a:t>• Foundation for AI, ML, Cybersecurity, Networking, DBMS</a:t>
          </a:r>
        </a:p>
      </dgm:t>
    </dgm:pt>
    <dgm:pt modelId="{38F9B7D4-2113-4167-8A78-385D283021EB}" type="parTrans" cxnId="{5264769A-E326-45C3-91B2-74EB4B4EA15C}">
      <dgm:prSet/>
      <dgm:spPr/>
      <dgm:t>
        <a:bodyPr/>
        <a:lstStyle/>
        <a:p>
          <a:endParaRPr lang="en-US"/>
        </a:p>
      </dgm:t>
    </dgm:pt>
    <dgm:pt modelId="{BEED7783-5E88-4357-91D3-EA50A8A1658F}" type="sibTrans" cxnId="{5264769A-E326-45C3-91B2-74EB4B4EA15C}">
      <dgm:prSet/>
      <dgm:spPr/>
      <dgm:t>
        <a:bodyPr/>
        <a:lstStyle/>
        <a:p>
          <a:endParaRPr lang="en-US"/>
        </a:p>
      </dgm:t>
    </dgm:pt>
    <dgm:pt modelId="{76E46047-41A7-43AB-830A-A71317771903}">
      <dgm:prSet/>
      <dgm:spPr/>
      <dgm:t>
        <a:bodyPr/>
        <a:lstStyle/>
        <a:p>
          <a:r>
            <a:rPr lang="en-US"/>
            <a:t>• Required for competitive programming &amp; interviews</a:t>
          </a:r>
        </a:p>
      </dgm:t>
    </dgm:pt>
    <dgm:pt modelId="{881AA097-C382-4F5B-A647-827C85E612C1}" type="parTrans" cxnId="{D1E7BC8C-08A1-48DF-A9C7-86FFEA4FFD58}">
      <dgm:prSet/>
      <dgm:spPr/>
      <dgm:t>
        <a:bodyPr/>
        <a:lstStyle/>
        <a:p>
          <a:endParaRPr lang="en-US"/>
        </a:p>
      </dgm:t>
    </dgm:pt>
    <dgm:pt modelId="{C950CC56-B962-42CD-927B-1A3042492D37}" type="sibTrans" cxnId="{D1E7BC8C-08A1-48DF-A9C7-86FFEA4FFD58}">
      <dgm:prSet/>
      <dgm:spPr/>
      <dgm:t>
        <a:bodyPr/>
        <a:lstStyle/>
        <a:p>
          <a:endParaRPr lang="en-US"/>
        </a:p>
      </dgm:t>
    </dgm:pt>
    <dgm:pt modelId="{E12E524C-AF2E-4FD7-BDAA-6A57DE363F20}">
      <dgm:prSet/>
      <dgm:spPr/>
      <dgm:t>
        <a:bodyPr/>
        <a:lstStyle/>
        <a:p>
          <a:r>
            <a:rPr lang="en-US"/>
            <a:t>• Improves logical thinking &amp; optimization skills</a:t>
          </a:r>
        </a:p>
      </dgm:t>
    </dgm:pt>
    <dgm:pt modelId="{C4EC78D5-4893-497B-8FA7-F7718028D658}" type="parTrans" cxnId="{0B3A5740-C81D-4550-830F-7F97927A537A}">
      <dgm:prSet/>
      <dgm:spPr/>
      <dgm:t>
        <a:bodyPr/>
        <a:lstStyle/>
        <a:p>
          <a:endParaRPr lang="en-US"/>
        </a:p>
      </dgm:t>
    </dgm:pt>
    <dgm:pt modelId="{82D968B5-D370-4149-B5FC-7BE338AB643C}" type="sibTrans" cxnId="{0B3A5740-C81D-4550-830F-7F97927A537A}">
      <dgm:prSet/>
      <dgm:spPr/>
      <dgm:t>
        <a:bodyPr/>
        <a:lstStyle/>
        <a:p>
          <a:endParaRPr lang="en-US"/>
        </a:p>
      </dgm:t>
    </dgm:pt>
    <dgm:pt modelId="{4930A053-59F2-4E55-9B1A-DBD7CA8C9B68}" type="pres">
      <dgm:prSet presAssocID="{1B548AF8-7A18-4096-AD24-46635D118936}" presName="linear" presStyleCnt="0">
        <dgm:presLayoutVars>
          <dgm:animLvl val="lvl"/>
          <dgm:resizeHandles val="exact"/>
        </dgm:presLayoutVars>
      </dgm:prSet>
      <dgm:spPr/>
    </dgm:pt>
    <dgm:pt modelId="{8FCED781-CC41-41BD-9519-CBC403392CAD}" type="pres">
      <dgm:prSet presAssocID="{9295E5DD-63EB-47ED-AA59-24BD747E30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00C2266-559B-40B4-9AE3-42EED4148D4C}" type="pres">
      <dgm:prSet presAssocID="{963EB349-7E7F-4FA5-8208-42350D378EF1}" presName="spacer" presStyleCnt="0"/>
      <dgm:spPr/>
    </dgm:pt>
    <dgm:pt modelId="{1086F2F2-0D4E-4DA2-892F-36F1171ECBF3}" type="pres">
      <dgm:prSet presAssocID="{6A0B668D-9E05-43F9-8E79-7CB43B825C0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A37E638-5B74-44BD-A556-C03E4CEC737D}" type="pres">
      <dgm:prSet presAssocID="{DA932526-D805-4E34-BFBA-A76FE8DD004B}" presName="spacer" presStyleCnt="0"/>
      <dgm:spPr/>
    </dgm:pt>
    <dgm:pt modelId="{6F14D0BB-E5F1-4481-9FCD-CA6CCE470A11}" type="pres">
      <dgm:prSet presAssocID="{D0F8A659-7644-48AB-93A2-0C76B89F479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2122CF7-E4F8-47F9-8D09-2F173DCE241B}" type="pres">
      <dgm:prSet presAssocID="{BEED7783-5E88-4357-91D3-EA50A8A1658F}" presName="spacer" presStyleCnt="0"/>
      <dgm:spPr/>
    </dgm:pt>
    <dgm:pt modelId="{E8888097-A768-4A69-A144-0BF21F496D7A}" type="pres">
      <dgm:prSet presAssocID="{76E46047-41A7-43AB-830A-A713177719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2C85665-8562-4D47-8A9E-CA00B1DDA3C0}" type="pres">
      <dgm:prSet presAssocID="{C950CC56-B962-42CD-927B-1A3042492D37}" presName="spacer" presStyleCnt="0"/>
      <dgm:spPr/>
    </dgm:pt>
    <dgm:pt modelId="{48C03CA9-BA55-429F-B758-17CCF10CBBA5}" type="pres">
      <dgm:prSet presAssocID="{E12E524C-AF2E-4FD7-BDAA-6A57DE363F2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B3A5740-C81D-4550-830F-7F97927A537A}" srcId="{1B548AF8-7A18-4096-AD24-46635D118936}" destId="{E12E524C-AF2E-4FD7-BDAA-6A57DE363F20}" srcOrd="4" destOrd="0" parTransId="{C4EC78D5-4893-497B-8FA7-F7718028D658}" sibTransId="{82D968B5-D370-4149-B5FC-7BE338AB643C}"/>
    <dgm:cxn modelId="{8AA31674-A094-4C80-A36B-52C8BBA8E5EF}" type="presOf" srcId="{1B548AF8-7A18-4096-AD24-46635D118936}" destId="{4930A053-59F2-4E55-9B1A-DBD7CA8C9B68}" srcOrd="0" destOrd="0" presId="urn:microsoft.com/office/officeart/2005/8/layout/vList2"/>
    <dgm:cxn modelId="{9662AC7E-DC54-4764-B426-90671EC9824C}" type="presOf" srcId="{76E46047-41A7-43AB-830A-A71317771903}" destId="{E8888097-A768-4A69-A144-0BF21F496D7A}" srcOrd="0" destOrd="0" presId="urn:microsoft.com/office/officeart/2005/8/layout/vList2"/>
    <dgm:cxn modelId="{FDC2C183-2EEE-4611-A099-D35DF830C24B}" type="presOf" srcId="{D0F8A659-7644-48AB-93A2-0C76B89F4794}" destId="{6F14D0BB-E5F1-4481-9FCD-CA6CCE470A11}" srcOrd="0" destOrd="0" presId="urn:microsoft.com/office/officeart/2005/8/layout/vList2"/>
    <dgm:cxn modelId="{D1E7BC8C-08A1-48DF-A9C7-86FFEA4FFD58}" srcId="{1B548AF8-7A18-4096-AD24-46635D118936}" destId="{76E46047-41A7-43AB-830A-A71317771903}" srcOrd="3" destOrd="0" parTransId="{881AA097-C382-4F5B-A647-827C85E612C1}" sibTransId="{C950CC56-B962-42CD-927B-1A3042492D37}"/>
    <dgm:cxn modelId="{CA0AF496-DA46-44D8-9795-CA06C24F9B05}" srcId="{1B548AF8-7A18-4096-AD24-46635D118936}" destId="{6A0B668D-9E05-43F9-8E79-7CB43B825C01}" srcOrd="1" destOrd="0" parTransId="{022FFD8D-AB81-478D-9C8F-70A5B097529A}" sibTransId="{DA932526-D805-4E34-BFBA-A76FE8DD004B}"/>
    <dgm:cxn modelId="{5264769A-E326-45C3-91B2-74EB4B4EA15C}" srcId="{1B548AF8-7A18-4096-AD24-46635D118936}" destId="{D0F8A659-7644-48AB-93A2-0C76B89F4794}" srcOrd="2" destOrd="0" parTransId="{38F9B7D4-2113-4167-8A78-385D283021EB}" sibTransId="{BEED7783-5E88-4357-91D3-EA50A8A1658F}"/>
    <dgm:cxn modelId="{28C29FA0-7FB1-41FD-AB38-759025E5A0F1}" type="presOf" srcId="{E12E524C-AF2E-4FD7-BDAA-6A57DE363F20}" destId="{48C03CA9-BA55-429F-B758-17CCF10CBBA5}" srcOrd="0" destOrd="0" presId="urn:microsoft.com/office/officeart/2005/8/layout/vList2"/>
    <dgm:cxn modelId="{0732C9A6-B760-441F-9A10-92D7062372F2}" type="presOf" srcId="{9295E5DD-63EB-47ED-AA59-24BD747E3043}" destId="{8FCED781-CC41-41BD-9519-CBC403392CAD}" srcOrd="0" destOrd="0" presId="urn:microsoft.com/office/officeart/2005/8/layout/vList2"/>
    <dgm:cxn modelId="{E04C1DB6-B2CC-4C91-9366-C969E7D2B28D}" type="presOf" srcId="{6A0B668D-9E05-43F9-8E79-7CB43B825C01}" destId="{1086F2F2-0D4E-4DA2-892F-36F1171ECBF3}" srcOrd="0" destOrd="0" presId="urn:microsoft.com/office/officeart/2005/8/layout/vList2"/>
    <dgm:cxn modelId="{FD5C01BC-5BFD-4CF4-8803-6B50393E4B29}" srcId="{1B548AF8-7A18-4096-AD24-46635D118936}" destId="{9295E5DD-63EB-47ED-AA59-24BD747E3043}" srcOrd="0" destOrd="0" parTransId="{4F946287-2EDF-45EF-8C62-D5E943FB65CF}" sibTransId="{963EB349-7E7F-4FA5-8208-42350D378EF1}"/>
    <dgm:cxn modelId="{7A582DC5-F360-4C3F-99E1-05D871BCBE8E}" type="presParOf" srcId="{4930A053-59F2-4E55-9B1A-DBD7CA8C9B68}" destId="{8FCED781-CC41-41BD-9519-CBC403392CAD}" srcOrd="0" destOrd="0" presId="urn:microsoft.com/office/officeart/2005/8/layout/vList2"/>
    <dgm:cxn modelId="{B051A351-49BA-43F3-B0A9-1C1C491A97BB}" type="presParOf" srcId="{4930A053-59F2-4E55-9B1A-DBD7CA8C9B68}" destId="{900C2266-559B-40B4-9AE3-42EED4148D4C}" srcOrd="1" destOrd="0" presId="urn:microsoft.com/office/officeart/2005/8/layout/vList2"/>
    <dgm:cxn modelId="{DD105DCE-72F0-43A9-85A7-77691E632371}" type="presParOf" srcId="{4930A053-59F2-4E55-9B1A-DBD7CA8C9B68}" destId="{1086F2F2-0D4E-4DA2-892F-36F1171ECBF3}" srcOrd="2" destOrd="0" presId="urn:microsoft.com/office/officeart/2005/8/layout/vList2"/>
    <dgm:cxn modelId="{DF32880B-E543-4797-8939-BF2773B42E51}" type="presParOf" srcId="{4930A053-59F2-4E55-9B1A-DBD7CA8C9B68}" destId="{FA37E638-5B74-44BD-A556-C03E4CEC737D}" srcOrd="3" destOrd="0" presId="urn:microsoft.com/office/officeart/2005/8/layout/vList2"/>
    <dgm:cxn modelId="{C09D400A-F8A6-4DA8-8338-D0DE805E72F5}" type="presParOf" srcId="{4930A053-59F2-4E55-9B1A-DBD7CA8C9B68}" destId="{6F14D0BB-E5F1-4481-9FCD-CA6CCE470A11}" srcOrd="4" destOrd="0" presId="urn:microsoft.com/office/officeart/2005/8/layout/vList2"/>
    <dgm:cxn modelId="{FCF90722-622F-4857-A517-80CCE7D3D53D}" type="presParOf" srcId="{4930A053-59F2-4E55-9B1A-DBD7CA8C9B68}" destId="{A2122CF7-E4F8-47F9-8D09-2F173DCE241B}" srcOrd="5" destOrd="0" presId="urn:microsoft.com/office/officeart/2005/8/layout/vList2"/>
    <dgm:cxn modelId="{BC9EAC1D-DAE9-4B3D-9BE9-EB71842CEE83}" type="presParOf" srcId="{4930A053-59F2-4E55-9B1A-DBD7CA8C9B68}" destId="{E8888097-A768-4A69-A144-0BF21F496D7A}" srcOrd="6" destOrd="0" presId="urn:microsoft.com/office/officeart/2005/8/layout/vList2"/>
    <dgm:cxn modelId="{B0AC94F5-E252-40F4-947E-18299EF0EACA}" type="presParOf" srcId="{4930A053-59F2-4E55-9B1A-DBD7CA8C9B68}" destId="{A2C85665-8562-4D47-8A9E-CA00B1DDA3C0}" srcOrd="7" destOrd="0" presId="urn:microsoft.com/office/officeart/2005/8/layout/vList2"/>
    <dgm:cxn modelId="{B43E724F-1B75-4908-81F6-315FBBD9190E}" type="presParOf" srcId="{4930A053-59F2-4E55-9B1A-DBD7CA8C9B68}" destId="{48C03CA9-BA55-429F-B758-17CCF10CBBA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ED7BD8-DD68-48FA-BE04-7EF5195DD8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0A636A26-B8FF-4B96-A0AF-152DCF7571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Social Media: Friend recommendations (graphs)</a:t>
          </a:r>
        </a:p>
      </dgm:t>
    </dgm:pt>
    <dgm:pt modelId="{9C3EEE7C-3435-4FA6-8015-B3823E4A5367}" type="parTrans" cxnId="{8E114C8D-4DB7-440E-B182-4FEE1A5255A1}">
      <dgm:prSet/>
      <dgm:spPr/>
      <dgm:t>
        <a:bodyPr/>
        <a:lstStyle/>
        <a:p>
          <a:endParaRPr lang="en-US"/>
        </a:p>
      </dgm:t>
    </dgm:pt>
    <dgm:pt modelId="{0E90F9D9-F56C-4A63-95A2-E9E300B0ACCE}" type="sibTrans" cxnId="{8E114C8D-4DB7-440E-B182-4FEE1A5255A1}">
      <dgm:prSet/>
      <dgm:spPr/>
      <dgm:t>
        <a:bodyPr/>
        <a:lstStyle/>
        <a:p>
          <a:endParaRPr lang="en-US"/>
        </a:p>
      </dgm:t>
    </dgm:pt>
    <dgm:pt modelId="{FC6A9A4B-FA6A-4BDB-B8E3-73AF144AC6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Navigation Apps: Shortest path (Dijkstra)</a:t>
          </a:r>
        </a:p>
      </dgm:t>
    </dgm:pt>
    <dgm:pt modelId="{E10CF09C-78CF-4D5E-A8A4-4797A1B29EAF}" type="parTrans" cxnId="{EA47AE65-B1F0-4BAD-BF88-4BABA58D6F38}">
      <dgm:prSet/>
      <dgm:spPr/>
      <dgm:t>
        <a:bodyPr/>
        <a:lstStyle/>
        <a:p>
          <a:endParaRPr lang="en-US"/>
        </a:p>
      </dgm:t>
    </dgm:pt>
    <dgm:pt modelId="{44C9D6B7-5FD1-49DA-A24C-FC22373827FA}" type="sibTrans" cxnId="{EA47AE65-B1F0-4BAD-BF88-4BABA58D6F38}">
      <dgm:prSet/>
      <dgm:spPr/>
      <dgm:t>
        <a:bodyPr/>
        <a:lstStyle/>
        <a:p>
          <a:endParaRPr lang="en-US"/>
        </a:p>
      </dgm:t>
    </dgm:pt>
    <dgm:pt modelId="{ED28BBBD-DF57-44AA-903F-1867097FA9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Search Engines: Ranking pages (graph + sorting)</a:t>
          </a:r>
        </a:p>
      </dgm:t>
    </dgm:pt>
    <dgm:pt modelId="{1BC0598C-84EC-4866-91C0-F3181F8CD73E}" type="parTrans" cxnId="{F4B2391F-D3CF-43CE-AC0E-E4191E73E330}">
      <dgm:prSet/>
      <dgm:spPr/>
      <dgm:t>
        <a:bodyPr/>
        <a:lstStyle/>
        <a:p>
          <a:endParaRPr lang="en-US"/>
        </a:p>
      </dgm:t>
    </dgm:pt>
    <dgm:pt modelId="{73F25565-7C03-4636-93DE-16F3421F9381}" type="sibTrans" cxnId="{F4B2391F-D3CF-43CE-AC0E-E4191E73E330}">
      <dgm:prSet/>
      <dgm:spPr/>
      <dgm:t>
        <a:bodyPr/>
        <a:lstStyle/>
        <a:p>
          <a:endParaRPr lang="en-US"/>
        </a:p>
      </dgm:t>
    </dgm:pt>
    <dgm:pt modelId="{ECF90D72-AE9D-440A-9CFB-D84B409E65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E-Commerce: Search, filter, recommendation</a:t>
          </a:r>
        </a:p>
      </dgm:t>
    </dgm:pt>
    <dgm:pt modelId="{F77394F7-5F50-49C6-ADCB-4FA3DA723F7C}" type="parTrans" cxnId="{0CBA102B-808E-455E-A921-542D56699D0A}">
      <dgm:prSet/>
      <dgm:spPr/>
      <dgm:t>
        <a:bodyPr/>
        <a:lstStyle/>
        <a:p>
          <a:endParaRPr lang="en-US"/>
        </a:p>
      </dgm:t>
    </dgm:pt>
    <dgm:pt modelId="{937BEB37-5F12-4CD7-911E-EF182F370696}" type="sibTrans" cxnId="{0CBA102B-808E-455E-A921-542D56699D0A}">
      <dgm:prSet/>
      <dgm:spPr/>
      <dgm:t>
        <a:bodyPr/>
        <a:lstStyle/>
        <a:p>
          <a:endParaRPr lang="en-US"/>
        </a:p>
      </dgm:t>
    </dgm:pt>
    <dgm:pt modelId="{D039A148-7134-4608-AA2F-C0845D1E1C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Banking: Queues for transactions</a:t>
          </a:r>
        </a:p>
      </dgm:t>
    </dgm:pt>
    <dgm:pt modelId="{E3018252-4DFD-4B95-9A84-C9FD955BA6B2}" type="parTrans" cxnId="{D6E0B6D2-1B9B-426F-816D-D02654A263EA}">
      <dgm:prSet/>
      <dgm:spPr/>
      <dgm:t>
        <a:bodyPr/>
        <a:lstStyle/>
        <a:p>
          <a:endParaRPr lang="en-US"/>
        </a:p>
      </dgm:t>
    </dgm:pt>
    <dgm:pt modelId="{CF6ACBE3-E015-4056-A53B-D840DE83217F}" type="sibTrans" cxnId="{D6E0B6D2-1B9B-426F-816D-D02654A263EA}">
      <dgm:prSet/>
      <dgm:spPr/>
      <dgm:t>
        <a:bodyPr/>
        <a:lstStyle/>
        <a:p>
          <a:endParaRPr lang="en-US"/>
        </a:p>
      </dgm:t>
    </dgm:pt>
    <dgm:pt modelId="{04297E29-F8C1-45D9-BA0A-5B5D75160931}" type="pres">
      <dgm:prSet presAssocID="{87ED7BD8-DD68-48FA-BE04-7EF5195DD861}" presName="root" presStyleCnt="0">
        <dgm:presLayoutVars>
          <dgm:dir/>
          <dgm:resizeHandles val="exact"/>
        </dgm:presLayoutVars>
      </dgm:prSet>
      <dgm:spPr/>
    </dgm:pt>
    <dgm:pt modelId="{363EAE3B-6FEA-48B1-9CEA-1D1C213A62B2}" type="pres">
      <dgm:prSet presAssocID="{0A636A26-B8FF-4B96-A0AF-152DCF757160}" presName="compNode" presStyleCnt="0"/>
      <dgm:spPr/>
    </dgm:pt>
    <dgm:pt modelId="{7571CD5C-73EC-4343-B5B3-C451FE781BD7}" type="pres">
      <dgm:prSet presAssocID="{0A636A26-B8FF-4B96-A0AF-152DCF757160}" presName="bgRect" presStyleLbl="bgShp" presStyleIdx="0" presStyleCnt="5"/>
      <dgm:spPr/>
    </dgm:pt>
    <dgm:pt modelId="{7D196420-AB32-4A87-BDF6-B3519F125FA0}" type="pres">
      <dgm:prSet presAssocID="{0A636A26-B8FF-4B96-A0AF-152DCF75716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FC35B57-11FD-4112-9E85-244922FA8F94}" type="pres">
      <dgm:prSet presAssocID="{0A636A26-B8FF-4B96-A0AF-152DCF757160}" presName="spaceRect" presStyleCnt="0"/>
      <dgm:spPr/>
    </dgm:pt>
    <dgm:pt modelId="{08E2F7C0-CFE7-474D-967E-782E24F28BEC}" type="pres">
      <dgm:prSet presAssocID="{0A636A26-B8FF-4B96-A0AF-152DCF757160}" presName="parTx" presStyleLbl="revTx" presStyleIdx="0" presStyleCnt="5">
        <dgm:presLayoutVars>
          <dgm:chMax val="0"/>
          <dgm:chPref val="0"/>
        </dgm:presLayoutVars>
      </dgm:prSet>
      <dgm:spPr/>
    </dgm:pt>
    <dgm:pt modelId="{C0477FA1-D4AC-4275-AD5D-8BB9CF1C02B1}" type="pres">
      <dgm:prSet presAssocID="{0E90F9D9-F56C-4A63-95A2-E9E300B0ACCE}" presName="sibTrans" presStyleCnt="0"/>
      <dgm:spPr/>
    </dgm:pt>
    <dgm:pt modelId="{2BE4831D-D5B4-42C0-B016-B49523B15116}" type="pres">
      <dgm:prSet presAssocID="{FC6A9A4B-FA6A-4BDB-B8E3-73AF144AC616}" presName="compNode" presStyleCnt="0"/>
      <dgm:spPr/>
    </dgm:pt>
    <dgm:pt modelId="{2B77099B-F6D0-4978-999D-C1959225732B}" type="pres">
      <dgm:prSet presAssocID="{FC6A9A4B-FA6A-4BDB-B8E3-73AF144AC616}" presName="bgRect" presStyleLbl="bgShp" presStyleIdx="1" presStyleCnt="5"/>
      <dgm:spPr/>
    </dgm:pt>
    <dgm:pt modelId="{99D93C5E-C8D2-4474-A5D1-12675D8DE88B}" type="pres">
      <dgm:prSet presAssocID="{FC6A9A4B-FA6A-4BDB-B8E3-73AF144AC61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E84361B1-C23D-40FD-BF6D-1C6A72A8124E}" type="pres">
      <dgm:prSet presAssocID="{FC6A9A4B-FA6A-4BDB-B8E3-73AF144AC616}" presName="spaceRect" presStyleCnt="0"/>
      <dgm:spPr/>
    </dgm:pt>
    <dgm:pt modelId="{907A6C8D-BDC6-4DEE-B5D4-895F38DBD7BA}" type="pres">
      <dgm:prSet presAssocID="{FC6A9A4B-FA6A-4BDB-B8E3-73AF144AC616}" presName="parTx" presStyleLbl="revTx" presStyleIdx="1" presStyleCnt="5">
        <dgm:presLayoutVars>
          <dgm:chMax val="0"/>
          <dgm:chPref val="0"/>
        </dgm:presLayoutVars>
      </dgm:prSet>
      <dgm:spPr/>
    </dgm:pt>
    <dgm:pt modelId="{84E625B3-03E8-4103-AAD5-2A86B32579D8}" type="pres">
      <dgm:prSet presAssocID="{44C9D6B7-5FD1-49DA-A24C-FC22373827FA}" presName="sibTrans" presStyleCnt="0"/>
      <dgm:spPr/>
    </dgm:pt>
    <dgm:pt modelId="{2E6DCC3E-5F5B-48DC-88F9-F77BBC362423}" type="pres">
      <dgm:prSet presAssocID="{ED28BBBD-DF57-44AA-903F-1867097FA97D}" presName="compNode" presStyleCnt="0"/>
      <dgm:spPr/>
    </dgm:pt>
    <dgm:pt modelId="{4257F4B7-EB6C-4989-B316-E44695DBD63C}" type="pres">
      <dgm:prSet presAssocID="{ED28BBBD-DF57-44AA-903F-1867097FA97D}" presName="bgRect" presStyleLbl="bgShp" presStyleIdx="2" presStyleCnt="5"/>
      <dgm:spPr/>
    </dgm:pt>
    <dgm:pt modelId="{D0CB2EFC-9123-457C-9831-5545F1E80697}" type="pres">
      <dgm:prSet presAssocID="{ED28BBBD-DF57-44AA-903F-1867097FA97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F16DFFA-061D-4428-8821-EDF8913E519F}" type="pres">
      <dgm:prSet presAssocID="{ED28BBBD-DF57-44AA-903F-1867097FA97D}" presName="spaceRect" presStyleCnt="0"/>
      <dgm:spPr/>
    </dgm:pt>
    <dgm:pt modelId="{1CF09828-1CE1-438C-AA0A-756412406E5B}" type="pres">
      <dgm:prSet presAssocID="{ED28BBBD-DF57-44AA-903F-1867097FA97D}" presName="parTx" presStyleLbl="revTx" presStyleIdx="2" presStyleCnt="5">
        <dgm:presLayoutVars>
          <dgm:chMax val="0"/>
          <dgm:chPref val="0"/>
        </dgm:presLayoutVars>
      </dgm:prSet>
      <dgm:spPr/>
    </dgm:pt>
    <dgm:pt modelId="{30A983B5-6677-4FA3-8814-86477E2271B3}" type="pres">
      <dgm:prSet presAssocID="{73F25565-7C03-4636-93DE-16F3421F9381}" presName="sibTrans" presStyleCnt="0"/>
      <dgm:spPr/>
    </dgm:pt>
    <dgm:pt modelId="{FDDDE6FF-8AE9-4657-AEA4-99A193B7FF77}" type="pres">
      <dgm:prSet presAssocID="{ECF90D72-AE9D-440A-9CFB-D84B409E65E8}" presName="compNode" presStyleCnt="0"/>
      <dgm:spPr/>
    </dgm:pt>
    <dgm:pt modelId="{F7A9892B-34F6-44E2-AB38-11C6EB6EA279}" type="pres">
      <dgm:prSet presAssocID="{ECF90D72-AE9D-440A-9CFB-D84B409E65E8}" presName="bgRect" presStyleLbl="bgShp" presStyleIdx="3" presStyleCnt="5"/>
      <dgm:spPr/>
    </dgm:pt>
    <dgm:pt modelId="{083C01CB-6C58-4731-AAB6-917728ACAC79}" type="pres">
      <dgm:prSet presAssocID="{ECF90D72-AE9D-440A-9CFB-D84B409E65E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4F19F44-A76A-4476-AFCD-17256F43D023}" type="pres">
      <dgm:prSet presAssocID="{ECF90D72-AE9D-440A-9CFB-D84B409E65E8}" presName="spaceRect" presStyleCnt="0"/>
      <dgm:spPr/>
    </dgm:pt>
    <dgm:pt modelId="{13B2AC2C-B0F2-4257-9650-044CA4F6FF3E}" type="pres">
      <dgm:prSet presAssocID="{ECF90D72-AE9D-440A-9CFB-D84B409E65E8}" presName="parTx" presStyleLbl="revTx" presStyleIdx="3" presStyleCnt="5">
        <dgm:presLayoutVars>
          <dgm:chMax val="0"/>
          <dgm:chPref val="0"/>
        </dgm:presLayoutVars>
      </dgm:prSet>
      <dgm:spPr/>
    </dgm:pt>
    <dgm:pt modelId="{4D24BE3E-2C75-4A0F-A9C8-7633E84F7977}" type="pres">
      <dgm:prSet presAssocID="{937BEB37-5F12-4CD7-911E-EF182F370696}" presName="sibTrans" presStyleCnt="0"/>
      <dgm:spPr/>
    </dgm:pt>
    <dgm:pt modelId="{02B01544-83E7-4A9C-A44F-5A1876EFC267}" type="pres">
      <dgm:prSet presAssocID="{D039A148-7134-4608-AA2F-C0845D1E1C5D}" presName="compNode" presStyleCnt="0"/>
      <dgm:spPr/>
    </dgm:pt>
    <dgm:pt modelId="{B289A9F9-7D79-47C6-9981-EA0C6092A0FF}" type="pres">
      <dgm:prSet presAssocID="{D039A148-7134-4608-AA2F-C0845D1E1C5D}" presName="bgRect" presStyleLbl="bgShp" presStyleIdx="4" presStyleCnt="5"/>
      <dgm:spPr/>
    </dgm:pt>
    <dgm:pt modelId="{F9DB447A-7591-41F3-9BD0-F34B07E9011E}" type="pres">
      <dgm:prSet presAssocID="{D039A148-7134-4608-AA2F-C0845D1E1C5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A4FA015-369A-45A2-B9DB-CCABC7B466B6}" type="pres">
      <dgm:prSet presAssocID="{D039A148-7134-4608-AA2F-C0845D1E1C5D}" presName="spaceRect" presStyleCnt="0"/>
      <dgm:spPr/>
    </dgm:pt>
    <dgm:pt modelId="{633D7A8B-E412-49F5-BF57-7B2437385FA6}" type="pres">
      <dgm:prSet presAssocID="{D039A148-7134-4608-AA2F-C0845D1E1C5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FA3C611-7E84-4A1C-BD40-CF3F9AA3704F}" type="presOf" srcId="{FC6A9A4B-FA6A-4BDB-B8E3-73AF144AC616}" destId="{907A6C8D-BDC6-4DEE-B5D4-895F38DBD7BA}" srcOrd="0" destOrd="0" presId="urn:microsoft.com/office/officeart/2018/2/layout/IconVerticalSolidList"/>
    <dgm:cxn modelId="{F4B2391F-D3CF-43CE-AC0E-E4191E73E330}" srcId="{87ED7BD8-DD68-48FA-BE04-7EF5195DD861}" destId="{ED28BBBD-DF57-44AA-903F-1867097FA97D}" srcOrd="2" destOrd="0" parTransId="{1BC0598C-84EC-4866-91C0-F3181F8CD73E}" sibTransId="{73F25565-7C03-4636-93DE-16F3421F9381}"/>
    <dgm:cxn modelId="{0CBA102B-808E-455E-A921-542D56699D0A}" srcId="{87ED7BD8-DD68-48FA-BE04-7EF5195DD861}" destId="{ECF90D72-AE9D-440A-9CFB-D84B409E65E8}" srcOrd="3" destOrd="0" parTransId="{F77394F7-5F50-49C6-ADCB-4FA3DA723F7C}" sibTransId="{937BEB37-5F12-4CD7-911E-EF182F370696}"/>
    <dgm:cxn modelId="{7A20FD60-0F70-4747-90A7-66D066E354FA}" type="presOf" srcId="{87ED7BD8-DD68-48FA-BE04-7EF5195DD861}" destId="{04297E29-F8C1-45D9-BA0A-5B5D75160931}" srcOrd="0" destOrd="0" presId="urn:microsoft.com/office/officeart/2018/2/layout/IconVerticalSolidList"/>
    <dgm:cxn modelId="{EA47AE65-B1F0-4BAD-BF88-4BABA58D6F38}" srcId="{87ED7BD8-DD68-48FA-BE04-7EF5195DD861}" destId="{FC6A9A4B-FA6A-4BDB-B8E3-73AF144AC616}" srcOrd="1" destOrd="0" parTransId="{E10CF09C-78CF-4D5E-A8A4-4797A1B29EAF}" sibTransId="{44C9D6B7-5FD1-49DA-A24C-FC22373827FA}"/>
    <dgm:cxn modelId="{2E7A6868-04FE-430A-A4E8-61443A8F53EB}" type="presOf" srcId="{ECF90D72-AE9D-440A-9CFB-D84B409E65E8}" destId="{13B2AC2C-B0F2-4257-9650-044CA4F6FF3E}" srcOrd="0" destOrd="0" presId="urn:microsoft.com/office/officeart/2018/2/layout/IconVerticalSolidList"/>
    <dgm:cxn modelId="{8E114C8D-4DB7-440E-B182-4FEE1A5255A1}" srcId="{87ED7BD8-DD68-48FA-BE04-7EF5195DD861}" destId="{0A636A26-B8FF-4B96-A0AF-152DCF757160}" srcOrd="0" destOrd="0" parTransId="{9C3EEE7C-3435-4FA6-8015-B3823E4A5367}" sibTransId="{0E90F9D9-F56C-4A63-95A2-E9E300B0ACCE}"/>
    <dgm:cxn modelId="{813FE993-08B9-498C-A98D-02D47F883E8C}" type="presOf" srcId="{D039A148-7134-4608-AA2F-C0845D1E1C5D}" destId="{633D7A8B-E412-49F5-BF57-7B2437385FA6}" srcOrd="0" destOrd="0" presId="urn:microsoft.com/office/officeart/2018/2/layout/IconVerticalSolidList"/>
    <dgm:cxn modelId="{8BD98FB2-E07E-4338-A146-74F938544B84}" type="presOf" srcId="{ED28BBBD-DF57-44AA-903F-1867097FA97D}" destId="{1CF09828-1CE1-438C-AA0A-756412406E5B}" srcOrd="0" destOrd="0" presId="urn:microsoft.com/office/officeart/2018/2/layout/IconVerticalSolidList"/>
    <dgm:cxn modelId="{D6E0B6D2-1B9B-426F-816D-D02654A263EA}" srcId="{87ED7BD8-DD68-48FA-BE04-7EF5195DD861}" destId="{D039A148-7134-4608-AA2F-C0845D1E1C5D}" srcOrd="4" destOrd="0" parTransId="{E3018252-4DFD-4B95-9A84-C9FD955BA6B2}" sibTransId="{CF6ACBE3-E015-4056-A53B-D840DE83217F}"/>
    <dgm:cxn modelId="{38F680FD-2782-4529-A663-064B00916524}" type="presOf" srcId="{0A636A26-B8FF-4B96-A0AF-152DCF757160}" destId="{08E2F7C0-CFE7-474D-967E-782E24F28BEC}" srcOrd="0" destOrd="0" presId="urn:microsoft.com/office/officeart/2018/2/layout/IconVerticalSolidList"/>
    <dgm:cxn modelId="{06585319-69BB-439C-95A1-A998A40D69EA}" type="presParOf" srcId="{04297E29-F8C1-45D9-BA0A-5B5D75160931}" destId="{363EAE3B-6FEA-48B1-9CEA-1D1C213A62B2}" srcOrd="0" destOrd="0" presId="urn:microsoft.com/office/officeart/2018/2/layout/IconVerticalSolidList"/>
    <dgm:cxn modelId="{0E7CED58-E6B1-4C44-8340-1E27246833AF}" type="presParOf" srcId="{363EAE3B-6FEA-48B1-9CEA-1D1C213A62B2}" destId="{7571CD5C-73EC-4343-B5B3-C451FE781BD7}" srcOrd="0" destOrd="0" presId="urn:microsoft.com/office/officeart/2018/2/layout/IconVerticalSolidList"/>
    <dgm:cxn modelId="{D9BF5094-081D-41CC-BDE1-FDF5DA0BA53E}" type="presParOf" srcId="{363EAE3B-6FEA-48B1-9CEA-1D1C213A62B2}" destId="{7D196420-AB32-4A87-BDF6-B3519F125FA0}" srcOrd="1" destOrd="0" presId="urn:microsoft.com/office/officeart/2018/2/layout/IconVerticalSolidList"/>
    <dgm:cxn modelId="{0348C560-14AF-4066-B443-C4957D1384D9}" type="presParOf" srcId="{363EAE3B-6FEA-48B1-9CEA-1D1C213A62B2}" destId="{0FC35B57-11FD-4112-9E85-244922FA8F94}" srcOrd="2" destOrd="0" presId="urn:microsoft.com/office/officeart/2018/2/layout/IconVerticalSolidList"/>
    <dgm:cxn modelId="{39FE0D11-5873-4F27-8225-6155D6A3E443}" type="presParOf" srcId="{363EAE3B-6FEA-48B1-9CEA-1D1C213A62B2}" destId="{08E2F7C0-CFE7-474D-967E-782E24F28BEC}" srcOrd="3" destOrd="0" presId="urn:microsoft.com/office/officeart/2018/2/layout/IconVerticalSolidList"/>
    <dgm:cxn modelId="{04FD773C-1E60-4457-A8C4-1BB5D8761B4E}" type="presParOf" srcId="{04297E29-F8C1-45D9-BA0A-5B5D75160931}" destId="{C0477FA1-D4AC-4275-AD5D-8BB9CF1C02B1}" srcOrd="1" destOrd="0" presId="urn:microsoft.com/office/officeart/2018/2/layout/IconVerticalSolidList"/>
    <dgm:cxn modelId="{B717307D-CF20-4640-8D90-8AD75D9B5112}" type="presParOf" srcId="{04297E29-F8C1-45D9-BA0A-5B5D75160931}" destId="{2BE4831D-D5B4-42C0-B016-B49523B15116}" srcOrd="2" destOrd="0" presId="urn:microsoft.com/office/officeart/2018/2/layout/IconVerticalSolidList"/>
    <dgm:cxn modelId="{85206651-F6A8-4AEA-B3D2-35CD82B659E4}" type="presParOf" srcId="{2BE4831D-D5B4-42C0-B016-B49523B15116}" destId="{2B77099B-F6D0-4978-999D-C1959225732B}" srcOrd="0" destOrd="0" presId="urn:microsoft.com/office/officeart/2018/2/layout/IconVerticalSolidList"/>
    <dgm:cxn modelId="{B3092AFB-804A-4562-B014-BC488E1398B1}" type="presParOf" srcId="{2BE4831D-D5B4-42C0-B016-B49523B15116}" destId="{99D93C5E-C8D2-4474-A5D1-12675D8DE88B}" srcOrd="1" destOrd="0" presId="urn:microsoft.com/office/officeart/2018/2/layout/IconVerticalSolidList"/>
    <dgm:cxn modelId="{625A0349-9114-47BC-B24C-4D020F0BE8AB}" type="presParOf" srcId="{2BE4831D-D5B4-42C0-B016-B49523B15116}" destId="{E84361B1-C23D-40FD-BF6D-1C6A72A8124E}" srcOrd="2" destOrd="0" presId="urn:microsoft.com/office/officeart/2018/2/layout/IconVerticalSolidList"/>
    <dgm:cxn modelId="{DA5563F1-C78E-40DF-88BF-850E49BFF4E7}" type="presParOf" srcId="{2BE4831D-D5B4-42C0-B016-B49523B15116}" destId="{907A6C8D-BDC6-4DEE-B5D4-895F38DBD7BA}" srcOrd="3" destOrd="0" presId="urn:microsoft.com/office/officeart/2018/2/layout/IconVerticalSolidList"/>
    <dgm:cxn modelId="{32AC3FFE-9A08-4232-96B5-EC9E28ED2FF0}" type="presParOf" srcId="{04297E29-F8C1-45D9-BA0A-5B5D75160931}" destId="{84E625B3-03E8-4103-AAD5-2A86B32579D8}" srcOrd="3" destOrd="0" presId="urn:microsoft.com/office/officeart/2018/2/layout/IconVerticalSolidList"/>
    <dgm:cxn modelId="{E7580127-384A-4F72-950C-AD36667C6C52}" type="presParOf" srcId="{04297E29-F8C1-45D9-BA0A-5B5D75160931}" destId="{2E6DCC3E-5F5B-48DC-88F9-F77BBC362423}" srcOrd="4" destOrd="0" presId="urn:microsoft.com/office/officeart/2018/2/layout/IconVerticalSolidList"/>
    <dgm:cxn modelId="{F7E211D7-F84A-4E79-99BF-9651531752CA}" type="presParOf" srcId="{2E6DCC3E-5F5B-48DC-88F9-F77BBC362423}" destId="{4257F4B7-EB6C-4989-B316-E44695DBD63C}" srcOrd="0" destOrd="0" presId="urn:microsoft.com/office/officeart/2018/2/layout/IconVerticalSolidList"/>
    <dgm:cxn modelId="{59CA0E91-27E7-4FEE-A134-71221CE12C25}" type="presParOf" srcId="{2E6DCC3E-5F5B-48DC-88F9-F77BBC362423}" destId="{D0CB2EFC-9123-457C-9831-5545F1E80697}" srcOrd="1" destOrd="0" presId="urn:microsoft.com/office/officeart/2018/2/layout/IconVerticalSolidList"/>
    <dgm:cxn modelId="{AACE664A-75D0-4CC4-B301-16985AB997F2}" type="presParOf" srcId="{2E6DCC3E-5F5B-48DC-88F9-F77BBC362423}" destId="{4F16DFFA-061D-4428-8821-EDF8913E519F}" srcOrd="2" destOrd="0" presId="urn:microsoft.com/office/officeart/2018/2/layout/IconVerticalSolidList"/>
    <dgm:cxn modelId="{8BD321B9-57D0-46CD-A781-90AF8E1FDFB5}" type="presParOf" srcId="{2E6DCC3E-5F5B-48DC-88F9-F77BBC362423}" destId="{1CF09828-1CE1-438C-AA0A-756412406E5B}" srcOrd="3" destOrd="0" presId="urn:microsoft.com/office/officeart/2018/2/layout/IconVerticalSolidList"/>
    <dgm:cxn modelId="{27EE557D-D157-408A-9D8F-44D3E8CBC8D5}" type="presParOf" srcId="{04297E29-F8C1-45D9-BA0A-5B5D75160931}" destId="{30A983B5-6677-4FA3-8814-86477E2271B3}" srcOrd="5" destOrd="0" presId="urn:microsoft.com/office/officeart/2018/2/layout/IconVerticalSolidList"/>
    <dgm:cxn modelId="{066634C7-C4A5-4E93-B2CA-469C05591212}" type="presParOf" srcId="{04297E29-F8C1-45D9-BA0A-5B5D75160931}" destId="{FDDDE6FF-8AE9-4657-AEA4-99A193B7FF77}" srcOrd="6" destOrd="0" presId="urn:microsoft.com/office/officeart/2018/2/layout/IconVerticalSolidList"/>
    <dgm:cxn modelId="{55F59323-2058-4D2A-81D0-2EA1CA2ABEBC}" type="presParOf" srcId="{FDDDE6FF-8AE9-4657-AEA4-99A193B7FF77}" destId="{F7A9892B-34F6-44E2-AB38-11C6EB6EA279}" srcOrd="0" destOrd="0" presId="urn:microsoft.com/office/officeart/2018/2/layout/IconVerticalSolidList"/>
    <dgm:cxn modelId="{96C73E78-815F-443F-8C0D-E8F440E86AB4}" type="presParOf" srcId="{FDDDE6FF-8AE9-4657-AEA4-99A193B7FF77}" destId="{083C01CB-6C58-4731-AAB6-917728ACAC79}" srcOrd="1" destOrd="0" presId="urn:microsoft.com/office/officeart/2018/2/layout/IconVerticalSolidList"/>
    <dgm:cxn modelId="{8CE833D3-90D6-4298-BCB7-9116C19B9C69}" type="presParOf" srcId="{FDDDE6FF-8AE9-4657-AEA4-99A193B7FF77}" destId="{24F19F44-A76A-4476-AFCD-17256F43D023}" srcOrd="2" destOrd="0" presId="urn:microsoft.com/office/officeart/2018/2/layout/IconVerticalSolidList"/>
    <dgm:cxn modelId="{CCEC736C-5E30-441E-9635-293B8349715C}" type="presParOf" srcId="{FDDDE6FF-8AE9-4657-AEA4-99A193B7FF77}" destId="{13B2AC2C-B0F2-4257-9650-044CA4F6FF3E}" srcOrd="3" destOrd="0" presId="urn:microsoft.com/office/officeart/2018/2/layout/IconVerticalSolidList"/>
    <dgm:cxn modelId="{0C013AE7-D1CB-48AB-832E-82E8A3EA9988}" type="presParOf" srcId="{04297E29-F8C1-45D9-BA0A-5B5D75160931}" destId="{4D24BE3E-2C75-4A0F-A9C8-7633E84F7977}" srcOrd="7" destOrd="0" presId="urn:microsoft.com/office/officeart/2018/2/layout/IconVerticalSolidList"/>
    <dgm:cxn modelId="{66FC52E2-9B1B-4875-8443-7287021A886D}" type="presParOf" srcId="{04297E29-F8C1-45D9-BA0A-5B5D75160931}" destId="{02B01544-83E7-4A9C-A44F-5A1876EFC267}" srcOrd="8" destOrd="0" presId="urn:microsoft.com/office/officeart/2018/2/layout/IconVerticalSolidList"/>
    <dgm:cxn modelId="{ABA0A862-D7F9-4226-B9D2-36519A27A383}" type="presParOf" srcId="{02B01544-83E7-4A9C-A44F-5A1876EFC267}" destId="{B289A9F9-7D79-47C6-9981-EA0C6092A0FF}" srcOrd="0" destOrd="0" presId="urn:microsoft.com/office/officeart/2018/2/layout/IconVerticalSolidList"/>
    <dgm:cxn modelId="{A7058616-853E-47E5-AC25-347ADA148181}" type="presParOf" srcId="{02B01544-83E7-4A9C-A44F-5A1876EFC267}" destId="{F9DB447A-7591-41F3-9BD0-F34B07E9011E}" srcOrd="1" destOrd="0" presId="urn:microsoft.com/office/officeart/2018/2/layout/IconVerticalSolidList"/>
    <dgm:cxn modelId="{192663EE-38F0-4746-A8D0-B26EDF792B3A}" type="presParOf" srcId="{02B01544-83E7-4A9C-A44F-5A1876EFC267}" destId="{AA4FA015-369A-45A2-B9DB-CCABC7B466B6}" srcOrd="2" destOrd="0" presId="urn:microsoft.com/office/officeart/2018/2/layout/IconVerticalSolidList"/>
    <dgm:cxn modelId="{ED2DFBA0-A625-48FD-AD05-174AADABDD3C}" type="presParOf" srcId="{02B01544-83E7-4A9C-A44F-5A1876EFC267}" destId="{633D7A8B-E412-49F5-BF57-7B2437385F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2A2FFF-F3A7-40B9-A9B2-E676D1E9985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989F881-1F0F-40F1-8979-502FC7390F04}">
      <dgm:prSet/>
      <dgm:spPr/>
      <dgm:t>
        <a:bodyPr/>
        <a:lstStyle/>
        <a:p>
          <a:r>
            <a:rPr lang="en-US"/>
            <a:t>• Big Tech interviews focus on DSA</a:t>
          </a:r>
        </a:p>
      </dgm:t>
    </dgm:pt>
    <dgm:pt modelId="{546F8BCB-3782-41AF-B59E-E1A592B15FF2}" type="parTrans" cxnId="{4D1A834A-7886-4E7A-9E74-77253FAC44BA}">
      <dgm:prSet/>
      <dgm:spPr/>
      <dgm:t>
        <a:bodyPr/>
        <a:lstStyle/>
        <a:p>
          <a:endParaRPr lang="en-US"/>
        </a:p>
      </dgm:t>
    </dgm:pt>
    <dgm:pt modelId="{7274CDE0-0F3D-414B-AD0D-AC48AA588568}" type="sibTrans" cxnId="{4D1A834A-7886-4E7A-9E74-77253FAC44BA}">
      <dgm:prSet/>
      <dgm:spPr/>
      <dgm:t>
        <a:bodyPr/>
        <a:lstStyle/>
        <a:p>
          <a:endParaRPr lang="en-US"/>
        </a:p>
      </dgm:t>
    </dgm:pt>
    <dgm:pt modelId="{4CE1D989-8D2D-4ED8-AEC5-A7E97900DA31}">
      <dgm:prSet/>
      <dgm:spPr/>
      <dgm:t>
        <a:bodyPr/>
        <a:lstStyle/>
        <a:p>
          <a:r>
            <a:rPr lang="en-US"/>
            <a:t>• Core skill in competitive coding platforms</a:t>
          </a:r>
        </a:p>
      </dgm:t>
    </dgm:pt>
    <dgm:pt modelId="{8CDE102F-0CB2-4BC1-AD01-657F2B1F6AB5}" type="parTrans" cxnId="{9E3137A5-2D48-4BED-8579-D1FAA995A409}">
      <dgm:prSet/>
      <dgm:spPr/>
      <dgm:t>
        <a:bodyPr/>
        <a:lstStyle/>
        <a:p>
          <a:endParaRPr lang="en-US"/>
        </a:p>
      </dgm:t>
    </dgm:pt>
    <dgm:pt modelId="{E854B446-2DDD-407B-A671-FC4DB7BEB9B2}" type="sibTrans" cxnId="{9E3137A5-2D48-4BED-8579-D1FAA995A409}">
      <dgm:prSet/>
      <dgm:spPr/>
      <dgm:t>
        <a:bodyPr/>
        <a:lstStyle/>
        <a:p>
          <a:endParaRPr lang="en-US"/>
        </a:p>
      </dgm:t>
    </dgm:pt>
    <dgm:pt modelId="{AAD4A20C-4B5F-4858-87F0-5A0B69759D96}">
      <dgm:prSet/>
      <dgm:spPr/>
      <dgm:t>
        <a:bodyPr/>
        <a:lstStyle/>
        <a:p>
          <a:r>
            <a:rPr lang="en-US"/>
            <a:t>• Foundation of Computer Science courses</a:t>
          </a:r>
        </a:p>
      </dgm:t>
    </dgm:pt>
    <dgm:pt modelId="{D0EE10F8-0481-4E8D-9BF8-F2278C2EA2B9}" type="parTrans" cxnId="{35CCAACE-2D64-4A59-BC6B-2B65A5A71725}">
      <dgm:prSet/>
      <dgm:spPr/>
      <dgm:t>
        <a:bodyPr/>
        <a:lstStyle/>
        <a:p>
          <a:endParaRPr lang="en-US"/>
        </a:p>
      </dgm:t>
    </dgm:pt>
    <dgm:pt modelId="{34512582-8179-4874-8723-E4BA16803B34}" type="sibTrans" cxnId="{35CCAACE-2D64-4A59-BC6B-2B65A5A71725}">
      <dgm:prSet/>
      <dgm:spPr/>
      <dgm:t>
        <a:bodyPr/>
        <a:lstStyle/>
        <a:p>
          <a:endParaRPr lang="en-US"/>
        </a:p>
      </dgm:t>
    </dgm:pt>
    <dgm:pt modelId="{361938CC-5FCD-458D-A531-0B2420C56D58}" type="pres">
      <dgm:prSet presAssocID="{C72A2FFF-F3A7-40B9-A9B2-E676D1E9985B}" presName="linear" presStyleCnt="0">
        <dgm:presLayoutVars>
          <dgm:animLvl val="lvl"/>
          <dgm:resizeHandles val="exact"/>
        </dgm:presLayoutVars>
      </dgm:prSet>
      <dgm:spPr/>
    </dgm:pt>
    <dgm:pt modelId="{EA6372D1-8F94-45EC-B173-6623925BAA00}" type="pres">
      <dgm:prSet presAssocID="{B989F881-1F0F-40F1-8979-502FC7390F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D5261DD-6432-4BBF-A684-19E06D333BB6}" type="pres">
      <dgm:prSet presAssocID="{7274CDE0-0F3D-414B-AD0D-AC48AA588568}" presName="spacer" presStyleCnt="0"/>
      <dgm:spPr/>
    </dgm:pt>
    <dgm:pt modelId="{2FAB44A2-39B8-4CB5-9A20-63E0523896DF}" type="pres">
      <dgm:prSet presAssocID="{4CE1D989-8D2D-4ED8-AEC5-A7E97900DA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377BDE-151C-4A93-A9FA-7638DC4E54C9}" type="pres">
      <dgm:prSet presAssocID="{E854B446-2DDD-407B-A671-FC4DB7BEB9B2}" presName="spacer" presStyleCnt="0"/>
      <dgm:spPr/>
    </dgm:pt>
    <dgm:pt modelId="{A176415C-02F0-4C04-9B93-6D81FA8BEABA}" type="pres">
      <dgm:prSet presAssocID="{AAD4A20C-4B5F-4858-87F0-5A0B69759D9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478622-F8EE-4477-835A-94B151A70A1A}" type="presOf" srcId="{4CE1D989-8D2D-4ED8-AEC5-A7E97900DA31}" destId="{2FAB44A2-39B8-4CB5-9A20-63E0523896DF}" srcOrd="0" destOrd="0" presId="urn:microsoft.com/office/officeart/2005/8/layout/vList2"/>
    <dgm:cxn modelId="{D2BE6E63-BE3E-4ABC-96D4-915185784A8D}" type="presOf" srcId="{C72A2FFF-F3A7-40B9-A9B2-E676D1E9985B}" destId="{361938CC-5FCD-458D-A531-0B2420C56D58}" srcOrd="0" destOrd="0" presId="urn:microsoft.com/office/officeart/2005/8/layout/vList2"/>
    <dgm:cxn modelId="{4D1A834A-7886-4E7A-9E74-77253FAC44BA}" srcId="{C72A2FFF-F3A7-40B9-A9B2-E676D1E9985B}" destId="{B989F881-1F0F-40F1-8979-502FC7390F04}" srcOrd="0" destOrd="0" parTransId="{546F8BCB-3782-41AF-B59E-E1A592B15FF2}" sibTransId="{7274CDE0-0F3D-414B-AD0D-AC48AA588568}"/>
    <dgm:cxn modelId="{92F95091-7EC4-4447-B70A-0261014284E7}" type="presOf" srcId="{B989F881-1F0F-40F1-8979-502FC7390F04}" destId="{EA6372D1-8F94-45EC-B173-6623925BAA00}" srcOrd="0" destOrd="0" presId="urn:microsoft.com/office/officeart/2005/8/layout/vList2"/>
    <dgm:cxn modelId="{9E3137A5-2D48-4BED-8579-D1FAA995A409}" srcId="{C72A2FFF-F3A7-40B9-A9B2-E676D1E9985B}" destId="{4CE1D989-8D2D-4ED8-AEC5-A7E97900DA31}" srcOrd="1" destOrd="0" parTransId="{8CDE102F-0CB2-4BC1-AD01-657F2B1F6AB5}" sibTransId="{E854B446-2DDD-407B-A671-FC4DB7BEB9B2}"/>
    <dgm:cxn modelId="{4897F2BE-D5B5-437B-AEA6-0ADD4F345196}" type="presOf" srcId="{AAD4A20C-4B5F-4858-87F0-5A0B69759D96}" destId="{A176415C-02F0-4C04-9B93-6D81FA8BEABA}" srcOrd="0" destOrd="0" presId="urn:microsoft.com/office/officeart/2005/8/layout/vList2"/>
    <dgm:cxn modelId="{35CCAACE-2D64-4A59-BC6B-2B65A5A71725}" srcId="{C72A2FFF-F3A7-40B9-A9B2-E676D1E9985B}" destId="{AAD4A20C-4B5F-4858-87F0-5A0B69759D96}" srcOrd="2" destOrd="0" parTransId="{D0EE10F8-0481-4E8D-9BF8-F2278C2EA2B9}" sibTransId="{34512582-8179-4874-8723-E4BA16803B34}"/>
    <dgm:cxn modelId="{C5B28A46-6EAA-43D9-ACC8-2F9308A7018A}" type="presParOf" srcId="{361938CC-5FCD-458D-A531-0B2420C56D58}" destId="{EA6372D1-8F94-45EC-B173-6623925BAA00}" srcOrd="0" destOrd="0" presId="urn:microsoft.com/office/officeart/2005/8/layout/vList2"/>
    <dgm:cxn modelId="{E31DEA70-1304-45FF-BF84-D8383A5BE5D0}" type="presParOf" srcId="{361938CC-5FCD-458D-A531-0B2420C56D58}" destId="{AD5261DD-6432-4BBF-A684-19E06D333BB6}" srcOrd="1" destOrd="0" presId="urn:microsoft.com/office/officeart/2005/8/layout/vList2"/>
    <dgm:cxn modelId="{7DFB904A-A68A-4BE7-9D95-87B6E5AC6BE2}" type="presParOf" srcId="{361938CC-5FCD-458D-A531-0B2420C56D58}" destId="{2FAB44A2-39B8-4CB5-9A20-63E0523896DF}" srcOrd="2" destOrd="0" presId="urn:microsoft.com/office/officeart/2005/8/layout/vList2"/>
    <dgm:cxn modelId="{0833E68F-0BA8-4377-84A5-8BBCEFD882BF}" type="presParOf" srcId="{361938CC-5FCD-458D-A531-0B2420C56D58}" destId="{00377BDE-151C-4A93-A9FA-7638DC4E54C9}" srcOrd="3" destOrd="0" presId="urn:microsoft.com/office/officeart/2005/8/layout/vList2"/>
    <dgm:cxn modelId="{7B566EDA-085B-442A-B84A-4A1139C5AF4A}" type="presParOf" srcId="{361938CC-5FCD-458D-A531-0B2420C56D58}" destId="{A176415C-02F0-4C04-9B93-6D81FA8BEA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AF4750-07AC-436D-B927-C826FB8687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24AECA-3408-410E-8786-CDE3209A478F}">
      <dgm:prSet/>
      <dgm:spPr/>
      <dgm:t>
        <a:bodyPr/>
        <a:lstStyle/>
        <a:p>
          <a:r>
            <a:rPr lang="en-US"/>
            <a:t>• Languages: C++, Java, Python</a:t>
          </a:r>
        </a:p>
      </dgm:t>
    </dgm:pt>
    <dgm:pt modelId="{49B6B360-0558-434E-B2F3-4246B8A7965A}" type="parTrans" cxnId="{B6DD7C46-CE60-4EC6-AEED-78DFA788859F}">
      <dgm:prSet/>
      <dgm:spPr/>
      <dgm:t>
        <a:bodyPr/>
        <a:lstStyle/>
        <a:p>
          <a:endParaRPr lang="en-US"/>
        </a:p>
      </dgm:t>
    </dgm:pt>
    <dgm:pt modelId="{AEEEAEBB-8D93-40A8-9DA3-00121576B324}" type="sibTrans" cxnId="{B6DD7C46-CE60-4EC6-AEED-78DFA788859F}">
      <dgm:prSet/>
      <dgm:spPr/>
      <dgm:t>
        <a:bodyPr/>
        <a:lstStyle/>
        <a:p>
          <a:endParaRPr lang="en-US"/>
        </a:p>
      </dgm:t>
    </dgm:pt>
    <dgm:pt modelId="{267AF3B9-D24D-484E-AF81-E6F73F37225E}">
      <dgm:prSet/>
      <dgm:spPr/>
      <dgm:t>
        <a:bodyPr/>
        <a:lstStyle/>
        <a:p>
          <a:r>
            <a:rPr lang="en-US"/>
            <a:t>• Platforms: LeetCode, HackerRank, Codeforces, GFG</a:t>
          </a:r>
        </a:p>
      </dgm:t>
    </dgm:pt>
    <dgm:pt modelId="{2B7C4DB6-E286-403B-9F32-2E872005D25C}" type="parTrans" cxnId="{8BAC58E8-0031-44E7-BF32-30FABFDD554D}">
      <dgm:prSet/>
      <dgm:spPr/>
      <dgm:t>
        <a:bodyPr/>
        <a:lstStyle/>
        <a:p>
          <a:endParaRPr lang="en-US"/>
        </a:p>
      </dgm:t>
    </dgm:pt>
    <dgm:pt modelId="{B7DB1A71-89C3-4729-BD91-3075CA445A94}" type="sibTrans" cxnId="{8BAC58E8-0031-44E7-BF32-30FABFDD554D}">
      <dgm:prSet/>
      <dgm:spPr/>
      <dgm:t>
        <a:bodyPr/>
        <a:lstStyle/>
        <a:p>
          <a:endParaRPr lang="en-US"/>
        </a:p>
      </dgm:t>
    </dgm:pt>
    <dgm:pt modelId="{58D15A08-E1CF-448D-890C-7643525CC218}">
      <dgm:prSet/>
      <dgm:spPr/>
      <dgm:t>
        <a:bodyPr/>
        <a:lstStyle/>
        <a:p>
          <a:r>
            <a:rPr lang="en-US" dirty="0"/>
            <a:t>• IDEs: VS Code, PyCharm, Eclipse</a:t>
          </a:r>
        </a:p>
      </dgm:t>
    </dgm:pt>
    <dgm:pt modelId="{C02759D5-ABA7-4B3F-BE81-7175079CDFBB}" type="parTrans" cxnId="{5C2D98A4-5D36-45F8-9403-204DC488F97B}">
      <dgm:prSet/>
      <dgm:spPr/>
      <dgm:t>
        <a:bodyPr/>
        <a:lstStyle/>
        <a:p>
          <a:endParaRPr lang="en-US"/>
        </a:p>
      </dgm:t>
    </dgm:pt>
    <dgm:pt modelId="{85278786-1A44-4D5F-8184-552EC04DDDBF}" type="sibTrans" cxnId="{5C2D98A4-5D36-45F8-9403-204DC488F97B}">
      <dgm:prSet/>
      <dgm:spPr/>
      <dgm:t>
        <a:bodyPr/>
        <a:lstStyle/>
        <a:p>
          <a:endParaRPr lang="en-US"/>
        </a:p>
      </dgm:t>
    </dgm:pt>
    <dgm:pt modelId="{E9486D1A-1DBF-42D3-9359-F77C336029DC}" type="pres">
      <dgm:prSet presAssocID="{B3AF4750-07AC-436D-B927-C826FB8687C0}" presName="linear" presStyleCnt="0">
        <dgm:presLayoutVars>
          <dgm:animLvl val="lvl"/>
          <dgm:resizeHandles val="exact"/>
        </dgm:presLayoutVars>
      </dgm:prSet>
      <dgm:spPr/>
    </dgm:pt>
    <dgm:pt modelId="{48426CE7-52BC-4193-8AC0-8564C4CAA1E1}" type="pres">
      <dgm:prSet presAssocID="{AB24AECA-3408-410E-8786-CDE3209A478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BC38C9-1001-4BEE-ADA6-BC60BF4A0CFC}" type="pres">
      <dgm:prSet presAssocID="{AEEEAEBB-8D93-40A8-9DA3-00121576B324}" presName="spacer" presStyleCnt="0"/>
      <dgm:spPr/>
    </dgm:pt>
    <dgm:pt modelId="{B7E16E7C-1354-4C9D-B15B-70C549C130B5}" type="pres">
      <dgm:prSet presAssocID="{267AF3B9-D24D-484E-AF81-E6F73F3722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44842E7-FE95-4402-BD72-E1C969F09088}" type="pres">
      <dgm:prSet presAssocID="{B7DB1A71-89C3-4729-BD91-3075CA445A94}" presName="spacer" presStyleCnt="0"/>
      <dgm:spPr/>
    </dgm:pt>
    <dgm:pt modelId="{0E6A733B-F6F9-40A8-847E-25692D4BC369}" type="pres">
      <dgm:prSet presAssocID="{58D15A08-E1CF-448D-890C-7643525CC21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566CA37-95DA-470E-85CD-3EF3B7C89DC9}" type="presOf" srcId="{58D15A08-E1CF-448D-890C-7643525CC218}" destId="{0E6A733B-F6F9-40A8-847E-25692D4BC369}" srcOrd="0" destOrd="0" presId="urn:microsoft.com/office/officeart/2005/8/layout/vList2"/>
    <dgm:cxn modelId="{B6DD7C46-CE60-4EC6-AEED-78DFA788859F}" srcId="{B3AF4750-07AC-436D-B927-C826FB8687C0}" destId="{AB24AECA-3408-410E-8786-CDE3209A478F}" srcOrd="0" destOrd="0" parTransId="{49B6B360-0558-434E-B2F3-4246B8A7965A}" sibTransId="{AEEEAEBB-8D93-40A8-9DA3-00121576B324}"/>
    <dgm:cxn modelId="{4A818B88-E0B0-4AD5-BC85-F51F0DE5C5C8}" type="presOf" srcId="{267AF3B9-D24D-484E-AF81-E6F73F37225E}" destId="{B7E16E7C-1354-4C9D-B15B-70C549C130B5}" srcOrd="0" destOrd="0" presId="urn:microsoft.com/office/officeart/2005/8/layout/vList2"/>
    <dgm:cxn modelId="{C402668B-3890-44FB-A794-F5B0E5B7987D}" type="presOf" srcId="{AB24AECA-3408-410E-8786-CDE3209A478F}" destId="{48426CE7-52BC-4193-8AC0-8564C4CAA1E1}" srcOrd="0" destOrd="0" presId="urn:microsoft.com/office/officeart/2005/8/layout/vList2"/>
    <dgm:cxn modelId="{5C2D98A4-5D36-45F8-9403-204DC488F97B}" srcId="{B3AF4750-07AC-436D-B927-C826FB8687C0}" destId="{58D15A08-E1CF-448D-890C-7643525CC218}" srcOrd="2" destOrd="0" parTransId="{C02759D5-ABA7-4B3F-BE81-7175079CDFBB}" sibTransId="{85278786-1A44-4D5F-8184-552EC04DDDBF}"/>
    <dgm:cxn modelId="{567232A8-D216-466A-85CA-D99CE63AD883}" type="presOf" srcId="{B3AF4750-07AC-436D-B927-C826FB8687C0}" destId="{E9486D1A-1DBF-42D3-9359-F77C336029DC}" srcOrd="0" destOrd="0" presId="urn:microsoft.com/office/officeart/2005/8/layout/vList2"/>
    <dgm:cxn modelId="{8BAC58E8-0031-44E7-BF32-30FABFDD554D}" srcId="{B3AF4750-07AC-436D-B927-C826FB8687C0}" destId="{267AF3B9-D24D-484E-AF81-E6F73F37225E}" srcOrd="1" destOrd="0" parTransId="{2B7C4DB6-E286-403B-9F32-2E872005D25C}" sibTransId="{B7DB1A71-89C3-4729-BD91-3075CA445A94}"/>
    <dgm:cxn modelId="{477EBA82-C3F4-4BE6-A68A-F992F68493BE}" type="presParOf" srcId="{E9486D1A-1DBF-42D3-9359-F77C336029DC}" destId="{48426CE7-52BC-4193-8AC0-8564C4CAA1E1}" srcOrd="0" destOrd="0" presId="urn:microsoft.com/office/officeart/2005/8/layout/vList2"/>
    <dgm:cxn modelId="{7809902A-DF19-412C-BF68-3E4775694B9F}" type="presParOf" srcId="{E9486D1A-1DBF-42D3-9359-F77C336029DC}" destId="{4CBC38C9-1001-4BEE-ADA6-BC60BF4A0CFC}" srcOrd="1" destOrd="0" presId="urn:microsoft.com/office/officeart/2005/8/layout/vList2"/>
    <dgm:cxn modelId="{165719FE-0CC5-4630-96C5-8D25D1A758F2}" type="presParOf" srcId="{E9486D1A-1DBF-42D3-9359-F77C336029DC}" destId="{B7E16E7C-1354-4C9D-B15B-70C549C130B5}" srcOrd="2" destOrd="0" presId="urn:microsoft.com/office/officeart/2005/8/layout/vList2"/>
    <dgm:cxn modelId="{CBBC883C-AE78-4A07-AC45-AEAC812BAA51}" type="presParOf" srcId="{E9486D1A-1DBF-42D3-9359-F77C336029DC}" destId="{844842E7-FE95-4402-BD72-E1C969F09088}" srcOrd="3" destOrd="0" presId="urn:microsoft.com/office/officeart/2005/8/layout/vList2"/>
    <dgm:cxn modelId="{74A4E771-9C99-41D5-A76F-0B4F51DFFD65}" type="presParOf" srcId="{E9486D1A-1DBF-42D3-9359-F77C336029DC}" destId="{0E6A733B-F6F9-40A8-847E-25692D4BC36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14E200-D036-497E-ACE6-45197F82835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F2A5EFE2-3BAA-43E8-9263-76243C1BCB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DSA = Heart of Computer Science</a:t>
          </a:r>
        </a:p>
      </dgm:t>
    </dgm:pt>
    <dgm:pt modelId="{C43C2A04-5F0C-4215-90CC-7E993C0D9EB8}" type="parTrans" cxnId="{45444CDE-5FC1-4BC9-B8D1-32576730EFAB}">
      <dgm:prSet/>
      <dgm:spPr/>
      <dgm:t>
        <a:bodyPr/>
        <a:lstStyle/>
        <a:p>
          <a:endParaRPr lang="en-US"/>
        </a:p>
      </dgm:t>
    </dgm:pt>
    <dgm:pt modelId="{57BC2387-DA6D-4A46-84D3-9199DFF578F9}" type="sibTrans" cxnId="{45444CDE-5FC1-4BC9-B8D1-32576730EFAB}">
      <dgm:prSet/>
      <dgm:spPr/>
      <dgm:t>
        <a:bodyPr/>
        <a:lstStyle/>
        <a:p>
          <a:endParaRPr lang="en-US"/>
        </a:p>
      </dgm:t>
    </dgm:pt>
    <dgm:pt modelId="{56132F05-300A-4C34-B2EF-675CF3F48F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Improves thinking, coding, career opportunities</a:t>
          </a:r>
        </a:p>
      </dgm:t>
    </dgm:pt>
    <dgm:pt modelId="{CEF498B2-9D26-434B-943A-AD20103CE5F0}" type="parTrans" cxnId="{538C9925-1D74-452A-8D1E-911308B4810E}">
      <dgm:prSet/>
      <dgm:spPr/>
      <dgm:t>
        <a:bodyPr/>
        <a:lstStyle/>
        <a:p>
          <a:endParaRPr lang="en-US"/>
        </a:p>
      </dgm:t>
    </dgm:pt>
    <dgm:pt modelId="{04E4D628-3CC9-47F3-B61E-D556C15F3D31}" type="sibTrans" cxnId="{538C9925-1D74-452A-8D1E-911308B4810E}">
      <dgm:prSet/>
      <dgm:spPr/>
      <dgm:t>
        <a:bodyPr/>
        <a:lstStyle/>
        <a:p>
          <a:endParaRPr lang="en-US"/>
        </a:p>
      </dgm:t>
    </dgm:pt>
    <dgm:pt modelId="{68519AF7-6070-42B2-8E6E-6D9D780145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Investment for life</a:t>
          </a:r>
        </a:p>
      </dgm:t>
    </dgm:pt>
    <dgm:pt modelId="{3A0A6ACB-D053-4670-90ED-39D32CC8A589}" type="parTrans" cxnId="{CE9D8305-FC6C-460F-8398-CAC03E38122C}">
      <dgm:prSet/>
      <dgm:spPr/>
      <dgm:t>
        <a:bodyPr/>
        <a:lstStyle/>
        <a:p>
          <a:endParaRPr lang="en-US"/>
        </a:p>
      </dgm:t>
    </dgm:pt>
    <dgm:pt modelId="{7928ADAD-FD84-492E-870B-5B15625E9038}" type="sibTrans" cxnId="{CE9D8305-FC6C-460F-8398-CAC03E38122C}">
      <dgm:prSet/>
      <dgm:spPr/>
      <dgm:t>
        <a:bodyPr/>
        <a:lstStyle/>
        <a:p>
          <a:endParaRPr lang="en-US"/>
        </a:p>
      </dgm:t>
    </dgm:pt>
    <dgm:pt modelId="{7AAA0921-E67D-4460-BDCC-5B7833BD8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👉 "Bad programmers worry about code. Good programmers worry about data structures and algorithms." – Linus Torvalds</a:t>
          </a:r>
        </a:p>
      </dgm:t>
    </dgm:pt>
    <dgm:pt modelId="{9C256DC8-9A0D-498A-B556-749727ED4406}" type="parTrans" cxnId="{A5A28238-68CD-4130-8FCF-7B1A01C5DB2B}">
      <dgm:prSet/>
      <dgm:spPr/>
      <dgm:t>
        <a:bodyPr/>
        <a:lstStyle/>
        <a:p>
          <a:endParaRPr lang="en-US"/>
        </a:p>
      </dgm:t>
    </dgm:pt>
    <dgm:pt modelId="{45C9D410-368D-4829-93FD-BDFD1661BA42}" type="sibTrans" cxnId="{A5A28238-68CD-4130-8FCF-7B1A01C5DB2B}">
      <dgm:prSet/>
      <dgm:spPr/>
      <dgm:t>
        <a:bodyPr/>
        <a:lstStyle/>
        <a:p>
          <a:endParaRPr lang="en-US"/>
        </a:p>
      </dgm:t>
    </dgm:pt>
    <dgm:pt modelId="{AF14611C-5892-4AB0-920F-4A4AD7E12305}" type="pres">
      <dgm:prSet presAssocID="{1314E200-D036-497E-ACE6-45197F828352}" presName="root" presStyleCnt="0">
        <dgm:presLayoutVars>
          <dgm:dir/>
          <dgm:resizeHandles val="exact"/>
        </dgm:presLayoutVars>
      </dgm:prSet>
      <dgm:spPr/>
    </dgm:pt>
    <dgm:pt modelId="{50717270-302F-4D96-82B3-8FA78F228C94}" type="pres">
      <dgm:prSet presAssocID="{F2A5EFE2-3BAA-43E8-9263-76243C1BCBF5}" presName="compNode" presStyleCnt="0"/>
      <dgm:spPr/>
    </dgm:pt>
    <dgm:pt modelId="{29FCB0EA-118B-4455-8207-527206D0E1C3}" type="pres">
      <dgm:prSet presAssocID="{F2A5EFE2-3BAA-43E8-9263-76243C1BCBF5}" presName="bgRect" presStyleLbl="bgShp" presStyleIdx="0" presStyleCnt="4"/>
      <dgm:spPr/>
    </dgm:pt>
    <dgm:pt modelId="{A9575A73-3D12-4B60-A5F2-A5D3A7825164}" type="pres">
      <dgm:prSet presAssocID="{F2A5EFE2-3BAA-43E8-9263-76243C1BCBF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E58094BB-3AEE-4552-B30A-536D44FF6A6C}" type="pres">
      <dgm:prSet presAssocID="{F2A5EFE2-3BAA-43E8-9263-76243C1BCBF5}" presName="spaceRect" presStyleCnt="0"/>
      <dgm:spPr/>
    </dgm:pt>
    <dgm:pt modelId="{938ABCC7-20B1-43CB-BB1F-B32B9F08C8A6}" type="pres">
      <dgm:prSet presAssocID="{F2A5EFE2-3BAA-43E8-9263-76243C1BCBF5}" presName="parTx" presStyleLbl="revTx" presStyleIdx="0" presStyleCnt="4">
        <dgm:presLayoutVars>
          <dgm:chMax val="0"/>
          <dgm:chPref val="0"/>
        </dgm:presLayoutVars>
      </dgm:prSet>
      <dgm:spPr/>
    </dgm:pt>
    <dgm:pt modelId="{04868B54-254C-4E3C-968E-EC4D249E1ED8}" type="pres">
      <dgm:prSet presAssocID="{57BC2387-DA6D-4A46-84D3-9199DFF578F9}" presName="sibTrans" presStyleCnt="0"/>
      <dgm:spPr/>
    </dgm:pt>
    <dgm:pt modelId="{F186DA66-CF2F-415E-B163-4552559AB40E}" type="pres">
      <dgm:prSet presAssocID="{56132F05-300A-4C34-B2EF-675CF3F48F26}" presName="compNode" presStyleCnt="0"/>
      <dgm:spPr/>
    </dgm:pt>
    <dgm:pt modelId="{2AC333EE-144E-4B61-8C15-4237F52B1E4D}" type="pres">
      <dgm:prSet presAssocID="{56132F05-300A-4C34-B2EF-675CF3F48F26}" presName="bgRect" presStyleLbl="bgShp" presStyleIdx="1" presStyleCnt="4"/>
      <dgm:spPr/>
    </dgm:pt>
    <dgm:pt modelId="{2FF8E3CF-9C04-4F36-BAA1-A200F394EA7D}" type="pres">
      <dgm:prSet presAssocID="{56132F05-300A-4C34-B2EF-675CF3F48F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F7C684D-FE98-48A6-809B-BF52250D84AB}" type="pres">
      <dgm:prSet presAssocID="{56132F05-300A-4C34-B2EF-675CF3F48F26}" presName="spaceRect" presStyleCnt="0"/>
      <dgm:spPr/>
    </dgm:pt>
    <dgm:pt modelId="{A3DAFA6B-BAC8-464E-AC79-3394091AE834}" type="pres">
      <dgm:prSet presAssocID="{56132F05-300A-4C34-B2EF-675CF3F48F26}" presName="parTx" presStyleLbl="revTx" presStyleIdx="1" presStyleCnt="4">
        <dgm:presLayoutVars>
          <dgm:chMax val="0"/>
          <dgm:chPref val="0"/>
        </dgm:presLayoutVars>
      </dgm:prSet>
      <dgm:spPr/>
    </dgm:pt>
    <dgm:pt modelId="{BE08849D-65C5-45A6-8F80-D380117D6052}" type="pres">
      <dgm:prSet presAssocID="{04E4D628-3CC9-47F3-B61E-D556C15F3D31}" presName="sibTrans" presStyleCnt="0"/>
      <dgm:spPr/>
    </dgm:pt>
    <dgm:pt modelId="{6B2E48C0-8754-408F-8E0C-FD6D208917D5}" type="pres">
      <dgm:prSet presAssocID="{68519AF7-6070-42B2-8E6E-6D9D780145F5}" presName="compNode" presStyleCnt="0"/>
      <dgm:spPr/>
    </dgm:pt>
    <dgm:pt modelId="{7F05A927-CCCC-49C2-8BBA-F1CFDAF04B27}" type="pres">
      <dgm:prSet presAssocID="{68519AF7-6070-42B2-8E6E-6D9D780145F5}" presName="bgRect" presStyleLbl="bgShp" presStyleIdx="2" presStyleCnt="4"/>
      <dgm:spPr/>
    </dgm:pt>
    <dgm:pt modelId="{8B8CE031-D63D-48D8-9F4E-01E68BEFD16C}" type="pres">
      <dgm:prSet presAssocID="{68519AF7-6070-42B2-8E6E-6D9D780145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B6C42E0-4DEE-45DA-B772-C4EA9DC0B91A}" type="pres">
      <dgm:prSet presAssocID="{68519AF7-6070-42B2-8E6E-6D9D780145F5}" presName="spaceRect" presStyleCnt="0"/>
      <dgm:spPr/>
    </dgm:pt>
    <dgm:pt modelId="{1D7B909D-91BD-4AC8-B93E-FA60766B8462}" type="pres">
      <dgm:prSet presAssocID="{68519AF7-6070-42B2-8E6E-6D9D780145F5}" presName="parTx" presStyleLbl="revTx" presStyleIdx="2" presStyleCnt="4">
        <dgm:presLayoutVars>
          <dgm:chMax val="0"/>
          <dgm:chPref val="0"/>
        </dgm:presLayoutVars>
      </dgm:prSet>
      <dgm:spPr/>
    </dgm:pt>
    <dgm:pt modelId="{1964EBCB-0FE7-4132-97E7-F3EF106D06A1}" type="pres">
      <dgm:prSet presAssocID="{7928ADAD-FD84-492E-870B-5B15625E9038}" presName="sibTrans" presStyleCnt="0"/>
      <dgm:spPr/>
    </dgm:pt>
    <dgm:pt modelId="{E794CD1D-1E5B-4C9E-A8B1-F8AE7ABC848C}" type="pres">
      <dgm:prSet presAssocID="{7AAA0921-E67D-4460-BDCC-5B7833BD80CB}" presName="compNode" presStyleCnt="0"/>
      <dgm:spPr/>
    </dgm:pt>
    <dgm:pt modelId="{A523AD52-848E-4DAF-9925-78F656EEB7F5}" type="pres">
      <dgm:prSet presAssocID="{7AAA0921-E67D-4460-BDCC-5B7833BD80CB}" presName="bgRect" presStyleLbl="bgShp" presStyleIdx="3" presStyleCnt="4"/>
      <dgm:spPr/>
    </dgm:pt>
    <dgm:pt modelId="{8C3AE225-B18B-470D-9C2C-B35C2575CAF3}" type="pres">
      <dgm:prSet presAssocID="{7AAA0921-E67D-4460-BDCC-5B7833BD80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32B8FB-9B48-4AD4-BF9B-76AE209467CC}" type="pres">
      <dgm:prSet presAssocID="{7AAA0921-E67D-4460-BDCC-5B7833BD80CB}" presName="spaceRect" presStyleCnt="0"/>
      <dgm:spPr/>
    </dgm:pt>
    <dgm:pt modelId="{AD44D4EC-05B7-4EB4-9B2A-99D07098627A}" type="pres">
      <dgm:prSet presAssocID="{7AAA0921-E67D-4460-BDCC-5B7833BD80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E9D8305-FC6C-460F-8398-CAC03E38122C}" srcId="{1314E200-D036-497E-ACE6-45197F828352}" destId="{68519AF7-6070-42B2-8E6E-6D9D780145F5}" srcOrd="2" destOrd="0" parTransId="{3A0A6ACB-D053-4670-90ED-39D32CC8A589}" sibTransId="{7928ADAD-FD84-492E-870B-5B15625E9038}"/>
    <dgm:cxn modelId="{538C9925-1D74-452A-8D1E-911308B4810E}" srcId="{1314E200-D036-497E-ACE6-45197F828352}" destId="{56132F05-300A-4C34-B2EF-675CF3F48F26}" srcOrd="1" destOrd="0" parTransId="{CEF498B2-9D26-434B-943A-AD20103CE5F0}" sibTransId="{04E4D628-3CC9-47F3-B61E-D556C15F3D31}"/>
    <dgm:cxn modelId="{A5A28238-68CD-4130-8FCF-7B1A01C5DB2B}" srcId="{1314E200-D036-497E-ACE6-45197F828352}" destId="{7AAA0921-E67D-4460-BDCC-5B7833BD80CB}" srcOrd="3" destOrd="0" parTransId="{9C256DC8-9A0D-498A-B556-749727ED4406}" sibTransId="{45C9D410-368D-4829-93FD-BDFD1661BA42}"/>
    <dgm:cxn modelId="{5187EC70-79E9-4FA4-A360-892FC2566962}" type="presOf" srcId="{F2A5EFE2-3BAA-43E8-9263-76243C1BCBF5}" destId="{938ABCC7-20B1-43CB-BB1F-B32B9F08C8A6}" srcOrd="0" destOrd="0" presId="urn:microsoft.com/office/officeart/2018/2/layout/IconVerticalSolidList"/>
    <dgm:cxn modelId="{0CBC697C-1730-4F68-9F36-D02E219912E0}" type="presOf" srcId="{56132F05-300A-4C34-B2EF-675CF3F48F26}" destId="{A3DAFA6B-BAC8-464E-AC79-3394091AE834}" srcOrd="0" destOrd="0" presId="urn:microsoft.com/office/officeart/2018/2/layout/IconVerticalSolidList"/>
    <dgm:cxn modelId="{0702E883-AEF6-491D-A539-08A6C1E7BAE1}" type="presOf" srcId="{68519AF7-6070-42B2-8E6E-6D9D780145F5}" destId="{1D7B909D-91BD-4AC8-B93E-FA60766B8462}" srcOrd="0" destOrd="0" presId="urn:microsoft.com/office/officeart/2018/2/layout/IconVerticalSolidList"/>
    <dgm:cxn modelId="{20862EC4-D2E5-4B2E-8AED-90F8A6969D1C}" type="presOf" srcId="{7AAA0921-E67D-4460-BDCC-5B7833BD80CB}" destId="{AD44D4EC-05B7-4EB4-9B2A-99D07098627A}" srcOrd="0" destOrd="0" presId="urn:microsoft.com/office/officeart/2018/2/layout/IconVerticalSolidList"/>
    <dgm:cxn modelId="{8841FCD3-D3B9-4EA1-8C34-06DF2EC7EE8C}" type="presOf" srcId="{1314E200-D036-497E-ACE6-45197F828352}" destId="{AF14611C-5892-4AB0-920F-4A4AD7E12305}" srcOrd="0" destOrd="0" presId="urn:microsoft.com/office/officeart/2018/2/layout/IconVerticalSolidList"/>
    <dgm:cxn modelId="{45444CDE-5FC1-4BC9-B8D1-32576730EFAB}" srcId="{1314E200-D036-497E-ACE6-45197F828352}" destId="{F2A5EFE2-3BAA-43E8-9263-76243C1BCBF5}" srcOrd="0" destOrd="0" parTransId="{C43C2A04-5F0C-4215-90CC-7E993C0D9EB8}" sibTransId="{57BC2387-DA6D-4A46-84D3-9199DFF578F9}"/>
    <dgm:cxn modelId="{AB3AE31D-9E8A-4362-86F2-1543F8E57D52}" type="presParOf" srcId="{AF14611C-5892-4AB0-920F-4A4AD7E12305}" destId="{50717270-302F-4D96-82B3-8FA78F228C94}" srcOrd="0" destOrd="0" presId="urn:microsoft.com/office/officeart/2018/2/layout/IconVerticalSolidList"/>
    <dgm:cxn modelId="{5853C112-88FA-4869-BE42-C5B9CC86DE7C}" type="presParOf" srcId="{50717270-302F-4D96-82B3-8FA78F228C94}" destId="{29FCB0EA-118B-4455-8207-527206D0E1C3}" srcOrd="0" destOrd="0" presId="urn:microsoft.com/office/officeart/2018/2/layout/IconVerticalSolidList"/>
    <dgm:cxn modelId="{19A4D47D-A3F9-4644-982D-7A8296C1FB50}" type="presParOf" srcId="{50717270-302F-4D96-82B3-8FA78F228C94}" destId="{A9575A73-3D12-4B60-A5F2-A5D3A7825164}" srcOrd="1" destOrd="0" presId="urn:microsoft.com/office/officeart/2018/2/layout/IconVerticalSolidList"/>
    <dgm:cxn modelId="{9E963BF2-585A-4A76-BD58-80EABE696849}" type="presParOf" srcId="{50717270-302F-4D96-82B3-8FA78F228C94}" destId="{E58094BB-3AEE-4552-B30A-536D44FF6A6C}" srcOrd="2" destOrd="0" presId="urn:microsoft.com/office/officeart/2018/2/layout/IconVerticalSolidList"/>
    <dgm:cxn modelId="{CDAD6E93-465F-4604-912D-6E6584361B93}" type="presParOf" srcId="{50717270-302F-4D96-82B3-8FA78F228C94}" destId="{938ABCC7-20B1-43CB-BB1F-B32B9F08C8A6}" srcOrd="3" destOrd="0" presId="urn:microsoft.com/office/officeart/2018/2/layout/IconVerticalSolidList"/>
    <dgm:cxn modelId="{CAAF931E-C3C9-48F4-94C0-E22124AEC5BB}" type="presParOf" srcId="{AF14611C-5892-4AB0-920F-4A4AD7E12305}" destId="{04868B54-254C-4E3C-968E-EC4D249E1ED8}" srcOrd="1" destOrd="0" presId="urn:microsoft.com/office/officeart/2018/2/layout/IconVerticalSolidList"/>
    <dgm:cxn modelId="{46FC0C9E-D73A-4CC2-A11B-D725AC59D53C}" type="presParOf" srcId="{AF14611C-5892-4AB0-920F-4A4AD7E12305}" destId="{F186DA66-CF2F-415E-B163-4552559AB40E}" srcOrd="2" destOrd="0" presId="urn:microsoft.com/office/officeart/2018/2/layout/IconVerticalSolidList"/>
    <dgm:cxn modelId="{F8CEFD73-7256-47CF-B47B-2F9EC9F069A3}" type="presParOf" srcId="{F186DA66-CF2F-415E-B163-4552559AB40E}" destId="{2AC333EE-144E-4B61-8C15-4237F52B1E4D}" srcOrd="0" destOrd="0" presId="urn:microsoft.com/office/officeart/2018/2/layout/IconVerticalSolidList"/>
    <dgm:cxn modelId="{AB06F798-99CA-438C-BF56-052D16A23F56}" type="presParOf" srcId="{F186DA66-CF2F-415E-B163-4552559AB40E}" destId="{2FF8E3CF-9C04-4F36-BAA1-A200F394EA7D}" srcOrd="1" destOrd="0" presId="urn:microsoft.com/office/officeart/2018/2/layout/IconVerticalSolidList"/>
    <dgm:cxn modelId="{D4983868-125F-4464-A67C-059665A1A0EF}" type="presParOf" srcId="{F186DA66-CF2F-415E-B163-4552559AB40E}" destId="{2F7C684D-FE98-48A6-809B-BF52250D84AB}" srcOrd="2" destOrd="0" presId="urn:microsoft.com/office/officeart/2018/2/layout/IconVerticalSolidList"/>
    <dgm:cxn modelId="{C7EA3123-C783-4763-BF1C-B2225BD8D20C}" type="presParOf" srcId="{F186DA66-CF2F-415E-B163-4552559AB40E}" destId="{A3DAFA6B-BAC8-464E-AC79-3394091AE834}" srcOrd="3" destOrd="0" presId="urn:microsoft.com/office/officeart/2018/2/layout/IconVerticalSolidList"/>
    <dgm:cxn modelId="{A1EBD378-1111-44E5-B71C-353BD324FCF9}" type="presParOf" srcId="{AF14611C-5892-4AB0-920F-4A4AD7E12305}" destId="{BE08849D-65C5-45A6-8F80-D380117D6052}" srcOrd="3" destOrd="0" presId="urn:microsoft.com/office/officeart/2018/2/layout/IconVerticalSolidList"/>
    <dgm:cxn modelId="{8607798B-7E02-4EA4-A8D4-D8206B6617E9}" type="presParOf" srcId="{AF14611C-5892-4AB0-920F-4A4AD7E12305}" destId="{6B2E48C0-8754-408F-8E0C-FD6D208917D5}" srcOrd="4" destOrd="0" presId="urn:microsoft.com/office/officeart/2018/2/layout/IconVerticalSolidList"/>
    <dgm:cxn modelId="{7736A3C6-2B93-4F2F-BA6C-0C93DC134AA6}" type="presParOf" srcId="{6B2E48C0-8754-408F-8E0C-FD6D208917D5}" destId="{7F05A927-CCCC-49C2-8BBA-F1CFDAF04B27}" srcOrd="0" destOrd="0" presId="urn:microsoft.com/office/officeart/2018/2/layout/IconVerticalSolidList"/>
    <dgm:cxn modelId="{7CE1B24E-B291-4FD6-A816-8D37C13E5E61}" type="presParOf" srcId="{6B2E48C0-8754-408F-8E0C-FD6D208917D5}" destId="{8B8CE031-D63D-48D8-9F4E-01E68BEFD16C}" srcOrd="1" destOrd="0" presId="urn:microsoft.com/office/officeart/2018/2/layout/IconVerticalSolidList"/>
    <dgm:cxn modelId="{831B89F4-F26C-4000-93C3-00D5D6986432}" type="presParOf" srcId="{6B2E48C0-8754-408F-8E0C-FD6D208917D5}" destId="{5B6C42E0-4DEE-45DA-B772-C4EA9DC0B91A}" srcOrd="2" destOrd="0" presId="urn:microsoft.com/office/officeart/2018/2/layout/IconVerticalSolidList"/>
    <dgm:cxn modelId="{64933A1C-846C-4B1F-88E5-591BA75A7227}" type="presParOf" srcId="{6B2E48C0-8754-408F-8E0C-FD6D208917D5}" destId="{1D7B909D-91BD-4AC8-B93E-FA60766B8462}" srcOrd="3" destOrd="0" presId="urn:microsoft.com/office/officeart/2018/2/layout/IconVerticalSolidList"/>
    <dgm:cxn modelId="{9F85CA78-92AE-4F06-A7E3-6976895AE388}" type="presParOf" srcId="{AF14611C-5892-4AB0-920F-4A4AD7E12305}" destId="{1964EBCB-0FE7-4132-97E7-F3EF106D06A1}" srcOrd="5" destOrd="0" presId="urn:microsoft.com/office/officeart/2018/2/layout/IconVerticalSolidList"/>
    <dgm:cxn modelId="{1F4319EF-F154-4FDC-9CE1-A753B9E12ECD}" type="presParOf" srcId="{AF14611C-5892-4AB0-920F-4A4AD7E12305}" destId="{E794CD1D-1E5B-4C9E-A8B1-F8AE7ABC848C}" srcOrd="6" destOrd="0" presId="urn:microsoft.com/office/officeart/2018/2/layout/IconVerticalSolidList"/>
    <dgm:cxn modelId="{9D989912-F442-459F-92D0-44071D65AB41}" type="presParOf" srcId="{E794CD1D-1E5B-4C9E-A8B1-F8AE7ABC848C}" destId="{A523AD52-848E-4DAF-9925-78F656EEB7F5}" srcOrd="0" destOrd="0" presId="urn:microsoft.com/office/officeart/2018/2/layout/IconVerticalSolidList"/>
    <dgm:cxn modelId="{2FC5F7B5-8767-4377-93D8-0C6AFEAD2AA6}" type="presParOf" srcId="{E794CD1D-1E5B-4C9E-A8B1-F8AE7ABC848C}" destId="{8C3AE225-B18B-470D-9C2C-B35C2575CAF3}" srcOrd="1" destOrd="0" presId="urn:microsoft.com/office/officeart/2018/2/layout/IconVerticalSolidList"/>
    <dgm:cxn modelId="{44242216-7117-4273-B23A-E2F88AC76E4A}" type="presParOf" srcId="{E794CD1D-1E5B-4C9E-A8B1-F8AE7ABC848C}" destId="{D032B8FB-9B48-4AD4-BF9B-76AE209467CC}" srcOrd="2" destOrd="0" presId="urn:microsoft.com/office/officeart/2018/2/layout/IconVerticalSolidList"/>
    <dgm:cxn modelId="{4DBDE0AE-B5B6-4E1E-862A-0052F8147E09}" type="presParOf" srcId="{E794CD1D-1E5B-4C9E-A8B1-F8AE7ABC848C}" destId="{AD44D4EC-05B7-4EB4-9B2A-99D0709862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AF6DC-2C88-4E2D-8902-A4149D66471D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E6BAF-0C05-4757-A580-7332EA835391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A0004-D676-42FF-91AA-9A0A44EB3305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What are Data Structures?</a:t>
          </a:r>
        </a:p>
      </dsp:txBody>
      <dsp:txXfrm>
        <a:off x="1195647" y="2042"/>
        <a:ext cx="3035833" cy="1035192"/>
      </dsp:txXfrm>
    </dsp:sp>
    <dsp:sp modelId="{27A60A26-5083-487A-A864-A9FCADE85973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B3914-C70B-4D1B-B135-751FBE603A72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80651-0D40-4095-A0DD-C1262F7F0BB8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•Why Learn DS?</a:t>
          </a:r>
        </a:p>
      </dsp:txBody>
      <dsp:txXfrm>
        <a:off x="1195647" y="1296033"/>
        <a:ext cx="3035833" cy="1035192"/>
      </dsp:txXfrm>
    </dsp:sp>
    <dsp:sp modelId="{4FB05811-D69C-4952-B49C-5A2DDE4521F0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717F1-1049-4698-B5CA-830D7D07F4D0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C66D8-9A23-49B5-BF73-5390D92AA5B3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Real-Life Applications</a:t>
          </a:r>
        </a:p>
      </dsp:txBody>
      <dsp:txXfrm>
        <a:off x="1195647" y="2590024"/>
        <a:ext cx="3035833" cy="1035192"/>
      </dsp:txXfrm>
    </dsp:sp>
    <dsp:sp modelId="{8FCA2754-FBC5-4C7A-B868-57353221836D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4CF81-5236-4DBC-AF34-5781F713A44B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B951F-79DA-49E6-9370-1908B4FBE5A1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Career &amp; Academic Relevance</a:t>
          </a:r>
        </a:p>
      </dsp:txBody>
      <dsp:txXfrm>
        <a:off x="1195647" y="3884014"/>
        <a:ext cx="3035833" cy="1035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CED781-CC41-41BD-9519-CBC403392CAD}">
      <dsp:nvSpPr>
        <dsp:cNvPr id="0" name=""/>
        <dsp:cNvSpPr/>
      </dsp:nvSpPr>
      <dsp:spPr>
        <a:xfrm>
          <a:off x="0" y="504222"/>
          <a:ext cx="7290197" cy="5475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Builds problem-solving mindset</a:t>
          </a:r>
        </a:p>
      </dsp:txBody>
      <dsp:txXfrm>
        <a:off x="26730" y="530952"/>
        <a:ext cx="7236737" cy="494099"/>
      </dsp:txXfrm>
    </dsp:sp>
    <dsp:sp modelId="{1086F2F2-0D4E-4DA2-892F-36F1171ECBF3}">
      <dsp:nvSpPr>
        <dsp:cNvPr id="0" name=""/>
        <dsp:cNvSpPr/>
      </dsp:nvSpPr>
      <dsp:spPr>
        <a:xfrm>
          <a:off x="0" y="1120902"/>
          <a:ext cx="7290197" cy="547559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Essential for efficient coding</a:t>
          </a:r>
        </a:p>
      </dsp:txBody>
      <dsp:txXfrm>
        <a:off x="26730" y="1147632"/>
        <a:ext cx="7236737" cy="494099"/>
      </dsp:txXfrm>
    </dsp:sp>
    <dsp:sp modelId="{6F14D0BB-E5F1-4481-9FCD-CA6CCE470A11}">
      <dsp:nvSpPr>
        <dsp:cNvPr id="0" name=""/>
        <dsp:cNvSpPr/>
      </dsp:nvSpPr>
      <dsp:spPr>
        <a:xfrm>
          <a:off x="0" y="1737582"/>
          <a:ext cx="7290197" cy="547559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Foundation for AI, ML, Cybersecurity, Networking, DBMS</a:t>
          </a:r>
        </a:p>
      </dsp:txBody>
      <dsp:txXfrm>
        <a:off x="26730" y="1764312"/>
        <a:ext cx="7236737" cy="494099"/>
      </dsp:txXfrm>
    </dsp:sp>
    <dsp:sp modelId="{E8888097-A768-4A69-A144-0BF21F496D7A}">
      <dsp:nvSpPr>
        <dsp:cNvPr id="0" name=""/>
        <dsp:cNvSpPr/>
      </dsp:nvSpPr>
      <dsp:spPr>
        <a:xfrm>
          <a:off x="0" y="2354262"/>
          <a:ext cx="7290197" cy="547559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Required for competitive programming &amp; interviews</a:t>
          </a:r>
        </a:p>
      </dsp:txBody>
      <dsp:txXfrm>
        <a:off x="26730" y="2380992"/>
        <a:ext cx="7236737" cy="494099"/>
      </dsp:txXfrm>
    </dsp:sp>
    <dsp:sp modelId="{48C03CA9-BA55-429F-B758-17CCF10CBBA5}">
      <dsp:nvSpPr>
        <dsp:cNvPr id="0" name=""/>
        <dsp:cNvSpPr/>
      </dsp:nvSpPr>
      <dsp:spPr>
        <a:xfrm>
          <a:off x="0" y="2970942"/>
          <a:ext cx="7290197" cy="547559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Improves logical thinking &amp; optimization skills</a:t>
          </a:r>
        </a:p>
      </dsp:txBody>
      <dsp:txXfrm>
        <a:off x="26730" y="2997672"/>
        <a:ext cx="7236737" cy="4940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1CD5C-73EC-4343-B5B3-C451FE781BD7}">
      <dsp:nvSpPr>
        <dsp:cNvPr id="0" name=""/>
        <dsp:cNvSpPr/>
      </dsp:nvSpPr>
      <dsp:spPr>
        <a:xfrm>
          <a:off x="0" y="3142"/>
          <a:ext cx="7290197" cy="669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96420-AB32-4A87-BDF6-B3519F125FA0}">
      <dsp:nvSpPr>
        <dsp:cNvPr id="0" name=""/>
        <dsp:cNvSpPr/>
      </dsp:nvSpPr>
      <dsp:spPr>
        <a:xfrm>
          <a:off x="202495" y="153759"/>
          <a:ext cx="368173" cy="3681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2F7C0-CFE7-474D-967E-782E24F28BEC}">
      <dsp:nvSpPr>
        <dsp:cNvPr id="0" name=""/>
        <dsp:cNvSpPr/>
      </dsp:nvSpPr>
      <dsp:spPr>
        <a:xfrm>
          <a:off x="773164" y="3142"/>
          <a:ext cx="6517032" cy="66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46" tIns="70846" rIns="70846" bIns="708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Social Media: Friend recommendations (graphs)</a:t>
          </a:r>
        </a:p>
      </dsp:txBody>
      <dsp:txXfrm>
        <a:off x="773164" y="3142"/>
        <a:ext cx="6517032" cy="669406"/>
      </dsp:txXfrm>
    </dsp:sp>
    <dsp:sp modelId="{2B77099B-F6D0-4978-999D-C1959225732B}">
      <dsp:nvSpPr>
        <dsp:cNvPr id="0" name=""/>
        <dsp:cNvSpPr/>
      </dsp:nvSpPr>
      <dsp:spPr>
        <a:xfrm>
          <a:off x="0" y="839900"/>
          <a:ext cx="7290197" cy="669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93C5E-C8D2-4474-A5D1-12675D8DE88B}">
      <dsp:nvSpPr>
        <dsp:cNvPr id="0" name=""/>
        <dsp:cNvSpPr/>
      </dsp:nvSpPr>
      <dsp:spPr>
        <a:xfrm>
          <a:off x="202495" y="990517"/>
          <a:ext cx="368173" cy="3681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A6C8D-BDC6-4DEE-B5D4-895F38DBD7BA}">
      <dsp:nvSpPr>
        <dsp:cNvPr id="0" name=""/>
        <dsp:cNvSpPr/>
      </dsp:nvSpPr>
      <dsp:spPr>
        <a:xfrm>
          <a:off x="773164" y="839900"/>
          <a:ext cx="6517032" cy="66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46" tIns="70846" rIns="70846" bIns="708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Navigation Apps: Shortest path (Dijkstra)</a:t>
          </a:r>
        </a:p>
      </dsp:txBody>
      <dsp:txXfrm>
        <a:off x="773164" y="839900"/>
        <a:ext cx="6517032" cy="669406"/>
      </dsp:txXfrm>
    </dsp:sp>
    <dsp:sp modelId="{4257F4B7-EB6C-4989-B316-E44695DBD63C}">
      <dsp:nvSpPr>
        <dsp:cNvPr id="0" name=""/>
        <dsp:cNvSpPr/>
      </dsp:nvSpPr>
      <dsp:spPr>
        <a:xfrm>
          <a:off x="0" y="1676659"/>
          <a:ext cx="7290197" cy="669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B2EFC-9123-457C-9831-5545F1E80697}">
      <dsp:nvSpPr>
        <dsp:cNvPr id="0" name=""/>
        <dsp:cNvSpPr/>
      </dsp:nvSpPr>
      <dsp:spPr>
        <a:xfrm>
          <a:off x="202495" y="1827275"/>
          <a:ext cx="368173" cy="3681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09828-1CE1-438C-AA0A-756412406E5B}">
      <dsp:nvSpPr>
        <dsp:cNvPr id="0" name=""/>
        <dsp:cNvSpPr/>
      </dsp:nvSpPr>
      <dsp:spPr>
        <a:xfrm>
          <a:off x="773164" y="1676659"/>
          <a:ext cx="6517032" cy="66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46" tIns="70846" rIns="70846" bIns="708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Search Engines: Ranking pages (graph + sorting)</a:t>
          </a:r>
        </a:p>
      </dsp:txBody>
      <dsp:txXfrm>
        <a:off x="773164" y="1676659"/>
        <a:ext cx="6517032" cy="669406"/>
      </dsp:txXfrm>
    </dsp:sp>
    <dsp:sp modelId="{F7A9892B-34F6-44E2-AB38-11C6EB6EA279}">
      <dsp:nvSpPr>
        <dsp:cNvPr id="0" name=""/>
        <dsp:cNvSpPr/>
      </dsp:nvSpPr>
      <dsp:spPr>
        <a:xfrm>
          <a:off x="0" y="2513417"/>
          <a:ext cx="7290197" cy="669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C01CB-6C58-4731-AAB6-917728ACAC79}">
      <dsp:nvSpPr>
        <dsp:cNvPr id="0" name=""/>
        <dsp:cNvSpPr/>
      </dsp:nvSpPr>
      <dsp:spPr>
        <a:xfrm>
          <a:off x="202495" y="2664033"/>
          <a:ext cx="368173" cy="3681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2AC2C-B0F2-4257-9650-044CA4F6FF3E}">
      <dsp:nvSpPr>
        <dsp:cNvPr id="0" name=""/>
        <dsp:cNvSpPr/>
      </dsp:nvSpPr>
      <dsp:spPr>
        <a:xfrm>
          <a:off x="773164" y="2513417"/>
          <a:ext cx="6517032" cy="66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46" tIns="70846" rIns="70846" bIns="708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E-Commerce: Search, filter, recommendation</a:t>
          </a:r>
        </a:p>
      </dsp:txBody>
      <dsp:txXfrm>
        <a:off x="773164" y="2513417"/>
        <a:ext cx="6517032" cy="669406"/>
      </dsp:txXfrm>
    </dsp:sp>
    <dsp:sp modelId="{B289A9F9-7D79-47C6-9981-EA0C6092A0FF}">
      <dsp:nvSpPr>
        <dsp:cNvPr id="0" name=""/>
        <dsp:cNvSpPr/>
      </dsp:nvSpPr>
      <dsp:spPr>
        <a:xfrm>
          <a:off x="0" y="3350175"/>
          <a:ext cx="7290197" cy="669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B447A-7591-41F3-9BD0-F34B07E9011E}">
      <dsp:nvSpPr>
        <dsp:cNvPr id="0" name=""/>
        <dsp:cNvSpPr/>
      </dsp:nvSpPr>
      <dsp:spPr>
        <a:xfrm>
          <a:off x="202495" y="3500792"/>
          <a:ext cx="368173" cy="3681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D7A8B-E412-49F5-BF57-7B2437385FA6}">
      <dsp:nvSpPr>
        <dsp:cNvPr id="0" name=""/>
        <dsp:cNvSpPr/>
      </dsp:nvSpPr>
      <dsp:spPr>
        <a:xfrm>
          <a:off x="773164" y="3350175"/>
          <a:ext cx="6517032" cy="66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846" tIns="70846" rIns="70846" bIns="7084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Banking: Queues for transactions</a:t>
          </a:r>
        </a:p>
      </dsp:txBody>
      <dsp:txXfrm>
        <a:off x="773164" y="3350175"/>
        <a:ext cx="6517032" cy="669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372D1-8F94-45EC-B173-6623925BAA00}">
      <dsp:nvSpPr>
        <dsp:cNvPr id="0" name=""/>
        <dsp:cNvSpPr/>
      </dsp:nvSpPr>
      <dsp:spPr>
        <a:xfrm>
          <a:off x="0" y="52331"/>
          <a:ext cx="4231481" cy="15460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Big Tech interviews focus on DSA</a:t>
          </a:r>
        </a:p>
      </dsp:txBody>
      <dsp:txXfrm>
        <a:off x="75470" y="127801"/>
        <a:ext cx="4080541" cy="1395068"/>
      </dsp:txXfrm>
    </dsp:sp>
    <dsp:sp modelId="{2FAB44A2-39B8-4CB5-9A20-63E0523896DF}">
      <dsp:nvSpPr>
        <dsp:cNvPr id="0" name=""/>
        <dsp:cNvSpPr/>
      </dsp:nvSpPr>
      <dsp:spPr>
        <a:xfrm>
          <a:off x="0" y="1687620"/>
          <a:ext cx="4231481" cy="1546008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Core skill in competitive coding platforms</a:t>
          </a:r>
        </a:p>
      </dsp:txBody>
      <dsp:txXfrm>
        <a:off x="75470" y="1763090"/>
        <a:ext cx="4080541" cy="1395068"/>
      </dsp:txXfrm>
    </dsp:sp>
    <dsp:sp modelId="{A176415C-02F0-4C04-9B93-6D81FA8BEABA}">
      <dsp:nvSpPr>
        <dsp:cNvPr id="0" name=""/>
        <dsp:cNvSpPr/>
      </dsp:nvSpPr>
      <dsp:spPr>
        <a:xfrm>
          <a:off x="0" y="3322909"/>
          <a:ext cx="4231481" cy="1546008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Foundation of Computer Science courses</a:t>
          </a:r>
        </a:p>
      </dsp:txBody>
      <dsp:txXfrm>
        <a:off x="75470" y="3398379"/>
        <a:ext cx="4080541" cy="13950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26CE7-52BC-4193-8AC0-8564C4CAA1E1}">
      <dsp:nvSpPr>
        <dsp:cNvPr id="0" name=""/>
        <dsp:cNvSpPr/>
      </dsp:nvSpPr>
      <dsp:spPr>
        <a:xfrm>
          <a:off x="0" y="52331"/>
          <a:ext cx="4231481" cy="15460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Languages: C++, Java, Python</a:t>
          </a:r>
        </a:p>
      </dsp:txBody>
      <dsp:txXfrm>
        <a:off x="75470" y="127801"/>
        <a:ext cx="4080541" cy="1395068"/>
      </dsp:txXfrm>
    </dsp:sp>
    <dsp:sp modelId="{B7E16E7C-1354-4C9D-B15B-70C549C130B5}">
      <dsp:nvSpPr>
        <dsp:cNvPr id="0" name=""/>
        <dsp:cNvSpPr/>
      </dsp:nvSpPr>
      <dsp:spPr>
        <a:xfrm>
          <a:off x="0" y="1687620"/>
          <a:ext cx="4231481" cy="1546008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Platforms: LeetCode, HackerRank, Codeforces, GFG</a:t>
          </a:r>
        </a:p>
      </dsp:txBody>
      <dsp:txXfrm>
        <a:off x="75470" y="1763090"/>
        <a:ext cx="4080541" cy="1395068"/>
      </dsp:txXfrm>
    </dsp:sp>
    <dsp:sp modelId="{0E6A733B-F6F9-40A8-847E-25692D4BC369}">
      <dsp:nvSpPr>
        <dsp:cNvPr id="0" name=""/>
        <dsp:cNvSpPr/>
      </dsp:nvSpPr>
      <dsp:spPr>
        <a:xfrm>
          <a:off x="0" y="3322909"/>
          <a:ext cx="4231481" cy="1546008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IDEs: VS Code, PyCharm, Eclipse</a:t>
          </a:r>
        </a:p>
      </dsp:txBody>
      <dsp:txXfrm>
        <a:off x="75470" y="3398379"/>
        <a:ext cx="4080541" cy="13950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CB0EA-118B-4455-8207-527206D0E1C3}">
      <dsp:nvSpPr>
        <dsp:cNvPr id="0" name=""/>
        <dsp:cNvSpPr/>
      </dsp:nvSpPr>
      <dsp:spPr>
        <a:xfrm>
          <a:off x="0" y="1669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75A73-3D12-4B60-A5F2-A5D3A7825164}">
      <dsp:nvSpPr>
        <dsp:cNvPr id="0" name=""/>
        <dsp:cNvSpPr/>
      </dsp:nvSpPr>
      <dsp:spPr>
        <a:xfrm>
          <a:off x="255971" y="192061"/>
          <a:ext cx="465402" cy="46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ABCC7-20B1-43CB-BB1F-B32B9F08C8A6}">
      <dsp:nvSpPr>
        <dsp:cNvPr id="0" name=""/>
        <dsp:cNvSpPr/>
      </dsp:nvSpPr>
      <dsp:spPr>
        <a:xfrm>
          <a:off x="977345" y="1669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DSA = Heart of Computer Science</a:t>
          </a:r>
        </a:p>
      </dsp:txBody>
      <dsp:txXfrm>
        <a:off x="977345" y="1669"/>
        <a:ext cx="6312851" cy="846186"/>
      </dsp:txXfrm>
    </dsp:sp>
    <dsp:sp modelId="{2AC333EE-144E-4B61-8C15-4237F52B1E4D}">
      <dsp:nvSpPr>
        <dsp:cNvPr id="0" name=""/>
        <dsp:cNvSpPr/>
      </dsp:nvSpPr>
      <dsp:spPr>
        <a:xfrm>
          <a:off x="0" y="1059402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8E3CF-9C04-4F36-BAA1-A200F394EA7D}">
      <dsp:nvSpPr>
        <dsp:cNvPr id="0" name=""/>
        <dsp:cNvSpPr/>
      </dsp:nvSpPr>
      <dsp:spPr>
        <a:xfrm>
          <a:off x="255971" y="1249794"/>
          <a:ext cx="465402" cy="46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AFA6B-BAC8-464E-AC79-3394091AE834}">
      <dsp:nvSpPr>
        <dsp:cNvPr id="0" name=""/>
        <dsp:cNvSpPr/>
      </dsp:nvSpPr>
      <dsp:spPr>
        <a:xfrm>
          <a:off x="977345" y="1059402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Improves thinking, coding, career opportunities</a:t>
          </a:r>
        </a:p>
      </dsp:txBody>
      <dsp:txXfrm>
        <a:off x="977345" y="1059402"/>
        <a:ext cx="6312851" cy="846186"/>
      </dsp:txXfrm>
    </dsp:sp>
    <dsp:sp modelId="{7F05A927-CCCC-49C2-8BBA-F1CFDAF04B27}">
      <dsp:nvSpPr>
        <dsp:cNvPr id="0" name=""/>
        <dsp:cNvSpPr/>
      </dsp:nvSpPr>
      <dsp:spPr>
        <a:xfrm>
          <a:off x="0" y="2117135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CE031-D63D-48D8-9F4E-01E68BEFD16C}">
      <dsp:nvSpPr>
        <dsp:cNvPr id="0" name=""/>
        <dsp:cNvSpPr/>
      </dsp:nvSpPr>
      <dsp:spPr>
        <a:xfrm>
          <a:off x="255971" y="2307527"/>
          <a:ext cx="465402" cy="46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B909D-91BD-4AC8-B93E-FA60766B8462}">
      <dsp:nvSpPr>
        <dsp:cNvPr id="0" name=""/>
        <dsp:cNvSpPr/>
      </dsp:nvSpPr>
      <dsp:spPr>
        <a:xfrm>
          <a:off x="977345" y="2117135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Investment for life</a:t>
          </a:r>
        </a:p>
      </dsp:txBody>
      <dsp:txXfrm>
        <a:off x="977345" y="2117135"/>
        <a:ext cx="6312851" cy="846186"/>
      </dsp:txXfrm>
    </dsp:sp>
    <dsp:sp modelId="{A523AD52-848E-4DAF-9925-78F656EEB7F5}">
      <dsp:nvSpPr>
        <dsp:cNvPr id="0" name=""/>
        <dsp:cNvSpPr/>
      </dsp:nvSpPr>
      <dsp:spPr>
        <a:xfrm>
          <a:off x="0" y="3174868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AE225-B18B-470D-9C2C-B35C2575CAF3}">
      <dsp:nvSpPr>
        <dsp:cNvPr id="0" name=""/>
        <dsp:cNvSpPr/>
      </dsp:nvSpPr>
      <dsp:spPr>
        <a:xfrm>
          <a:off x="255971" y="3365260"/>
          <a:ext cx="465402" cy="46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4D4EC-05B7-4EB4-9B2A-99D07098627A}">
      <dsp:nvSpPr>
        <dsp:cNvPr id="0" name=""/>
        <dsp:cNvSpPr/>
      </dsp:nvSpPr>
      <dsp:spPr>
        <a:xfrm>
          <a:off x="977345" y="3174868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👉 "Bad programmers worry about code. Good programmers worry about data structures and algorithms." – Linus Torvalds</a:t>
          </a:r>
        </a:p>
      </dsp:txBody>
      <dsp:txXfrm>
        <a:off x="977345" y="3174868"/>
        <a:ext cx="6312851" cy="846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1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2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7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3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3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9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99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34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37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05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DED590-291C-4D46-BBE6-EE5F0C44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EC9D6-90B6-4037-BCD1-DF32371E2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4" y="486184"/>
            <a:ext cx="2436391" cy="58856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363" y="858475"/>
            <a:ext cx="1972296" cy="5141050"/>
          </a:xfrm>
        </p:spPr>
        <p:txBody>
          <a:bodyPr>
            <a:normAutofit/>
          </a:bodyPr>
          <a:lstStyle/>
          <a:p>
            <a:pPr algn="r"/>
            <a:r>
              <a:rPr lang="en-US" sz="2100">
                <a:solidFill>
                  <a:schemeClr val="bg1"/>
                </a:solidFill>
              </a:rPr>
              <a:t>Instructor: Nauman Khan</a:t>
            </a:r>
          </a:p>
        </p:txBody>
      </p:sp>
      <p:pic>
        <p:nvPicPr>
          <p:cNvPr id="4" name="Picture 3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23323DBE-5893-E07B-8D7B-D5348F6D4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1"/>
          <a:stretch>
            <a:fillRect/>
          </a:stretch>
        </p:blipFill>
        <p:spPr>
          <a:xfrm>
            <a:off x="2923308" y="486184"/>
            <a:ext cx="5846042" cy="58856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DFC1FD-759F-47F1-B791-6DD75BB7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86184"/>
            <a:ext cx="5846042" cy="5885631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4719" y="858475"/>
            <a:ext cx="5238344" cy="5141050"/>
          </a:xfrm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Introduction to DSA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44E06D-6CBE-38F6-67D9-C322351315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13665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What is a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• Organize, store, and manage data efficiently</a:t>
            </a:r>
          </a:p>
          <a:p>
            <a:r>
              <a:t>• Examples:</a:t>
            </a:r>
          </a:p>
          <a:p>
            <a:r>
              <a:t>  - Array → List of items</a:t>
            </a:r>
          </a:p>
          <a:p>
            <a:r>
              <a:t>  - Stack → Plates in cafeteria (LIFO)</a:t>
            </a:r>
          </a:p>
          <a:p>
            <a:r>
              <a:t>  - Queue → ATM line (FIFO)</a:t>
            </a:r>
          </a:p>
          <a:p>
            <a:r>
              <a:t>  - Tree → Family tree or folder structure</a:t>
            </a:r>
          </a:p>
          <a:p>
            <a:r>
              <a:t>  - Graph → Google Maps connections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Why Learn DS?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CCF4BAF-A4F1-6538-3F32-A5D1CA5B9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220152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Real-Life 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BCC355-6AB4-48C1-D8C5-CF2EEA590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82226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Importance in Career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95427D-68D5-0A90-6062-62DAB2148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3163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Tools &amp; Platforms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66D0666-4C2B-55B1-D001-FDB34E8E0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68221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AD3AD6-7A7F-6626-2C1B-91A198071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50283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</TotalTime>
  <Words>264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Introduction to DSA</vt:lpstr>
      <vt:lpstr>Agenda</vt:lpstr>
      <vt:lpstr>What is a Data Structure?</vt:lpstr>
      <vt:lpstr>Why Learn DS?</vt:lpstr>
      <vt:lpstr>Real-Life Applications</vt:lpstr>
      <vt:lpstr>Importance in Career</vt:lpstr>
      <vt:lpstr>Tools &amp; Platforms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Nauman Khan</cp:lastModifiedBy>
  <cp:revision>3</cp:revision>
  <dcterms:created xsi:type="dcterms:W3CDTF">2013-01-27T09:14:16Z</dcterms:created>
  <dcterms:modified xsi:type="dcterms:W3CDTF">2025-09-17T05:37:37Z</dcterms:modified>
  <cp:category/>
</cp:coreProperties>
</file>