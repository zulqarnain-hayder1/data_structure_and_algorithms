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1" r:id="rId12"/>
    <p:sldId id="292" r:id="rId13"/>
    <p:sldId id="290" r:id="rId14"/>
    <p:sldId id="293" r:id="rId15"/>
    <p:sldId id="294" r:id="rId16"/>
    <p:sldId id="295" r:id="rId17"/>
    <p:sldId id="296" r:id="rId18"/>
    <p:sldId id="298" r:id="rId19"/>
    <p:sldId id="297" r:id="rId20"/>
    <p:sldId id="258" r:id="rId21"/>
    <p:sldId id="259" r:id="rId22"/>
    <p:sldId id="260" r:id="rId23"/>
    <p:sldId id="261" r:id="rId24"/>
    <p:sldId id="262" r:id="rId25"/>
    <p:sldId id="263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4572D5-1A30-4A7C-84FC-3A6A9AEC41F9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FC00E70-8F50-4F32-82E7-ECB6288661AF}">
      <dgm:prSet/>
      <dgm:spPr/>
      <dgm:t>
        <a:bodyPr/>
        <a:lstStyle/>
        <a:p>
          <a:r>
            <a:rPr lang="en-US"/>
            <a:t>• Once declared, array size cannot be changed</a:t>
          </a:r>
        </a:p>
      </dgm:t>
    </dgm:pt>
    <dgm:pt modelId="{B530BF26-8E13-4AE0-9298-1995941DD883}" type="parTrans" cxnId="{A3A0BF85-D578-4BAE-87E8-98DFF5FF582C}">
      <dgm:prSet/>
      <dgm:spPr/>
      <dgm:t>
        <a:bodyPr/>
        <a:lstStyle/>
        <a:p>
          <a:endParaRPr lang="en-US"/>
        </a:p>
      </dgm:t>
    </dgm:pt>
    <dgm:pt modelId="{9547AC9E-C79E-402D-922F-58FA2BD55327}" type="sibTrans" cxnId="{A3A0BF85-D578-4BAE-87E8-98DFF5FF582C}">
      <dgm:prSet/>
      <dgm:spPr/>
      <dgm:t>
        <a:bodyPr/>
        <a:lstStyle/>
        <a:p>
          <a:endParaRPr lang="en-US"/>
        </a:p>
      </dgm:t>
    </dgm:pt>
    <dgm:pt modelId="{5491C88C-7BBE-46D0-9904-EE74F1E61BFD}">
      <dgm:prSet/>
      <dgm:spPr/>
      <dgm:t>
        <a:bodyPr/>
        <a:lstStyle/>
        <a:p>
          <a:r>
            <a:rPr lang="en-US"/>
            <a:t>• Wastage if too large, shortage if too small</a:t>
          </a:r>
        </a:p>
      </dgm:t>
    </dgm:pt>
    <dgm:pt modelId="{198BEC9B-901B-4AB0-8D34-FE4C67B6C283}" type="parTrans" cxnId="{56440310-7C5F-48E9-9EC9-290E38C0F8C9}">
      <dgm:prSet/>
      <dgm:spPr/>
      <dgm:t>
        <a:bodyPr/>
        <a:lstStyle/>
        <a:p>
          <a:endParaRPr lang="en-US"/>
        </a:p>
      </dgm:t>
    </dgm:pt>
    <dgm:pt modelId="{5FAEF4B8-6BF3-4A64-88D3-89618D960ECF}" type="sibTrans" cxnId="{56440310-7C5F-48E9-9EC9-290E38C0F8C9}">
      <dgm:prSet/>
      <dgm:spPr/>
      <dgm:t>
        <a:bodyPr/>
        <a:lstStyle/>
        <a:p>
          <a:endParaRPr lang="en-US"/>
        </a:p>
      </dgm:t>
    </dgm:pt>
    <dgm:pt modelId="{5F762E85-A190-454F-89CF-CFF0AFF9DC40}" type="pres">
      <dgm:prSet presAssocID="{F24572D5-1A30-4A7C-84FC-3A6A9AEC41F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BF6A44F-C72E-4E1C-94B9-DADAB7F22E8E}" type="pres">
      <dgm:prSet presAssocID="{FFC00E70-8F50-4F32-82E7-ECB6288661AF}" presName="root" presStyleCnt="0"/>
      <dgm:spPr/>
    </dgm:pt>
    <dgm:pt modelId="{3A3C93C1-CB99-4B02-BD7D-D4EDA37A1B84}" type="pres">
      <dgm:prSet presAssocID="{FFC00E70-8F50-4F32-82E7-ECB6288661AF}" presName="rootComposite" presStyleCnt="0"/>
      <dgm:spPr/>
    </dgm:pt>
    <dgm:pt modelId="{B227DF0A-1760-484B-8F67-1F9257A9B6F8}" type="pres">
      <dgm:prSet presAssocID="{FFC00E70-8F50-4F32-82E7-ECB6288661AF}" presName="rootText" presStyleLbl="node1" presStyleIdx="0" presStyleCnt="2"/>
      <dgm:spPr/>
    </dgm:pt>
    <dgm:pt modelId="{81534D91-7C16-482E-B2A7-530C33EE533C}" type="pres">
      <dgm:prSet presAssocID="{FFC00E70-8F50-4F32-82E7-ECB6288661AF}" presName="rootConnector" presStyleLbl="node1" presStyleIdx="0" presStyleCnt="2"/>
      <dgm:spPr/>
    </dgm:pt>
    <dgm:pt modelId="{A57E504A-AC4A-4505-A405-FA990DA51639}" type="pres">
      <dgm:prSet presAssocID="{FFC00E70-8F50-4F32-82E7-ECB6288661AF}" presName="childShape" presStyleCnt="0"/>
      <dgm:spPr/>
    </dgm:pt>
    <dgm:pt modelId="{EB72FA72-2864-4A47-B8BC-5F9199A522BC}" type="pres">
      <dgm:prSet presAssocID="{5491C88C-7BBE-46D0-9904-EE74F1E61BFD}" presName="root" presStyleCnt="0"/>
      <dgm:spPr/>
    </dgm:pt>
    <dgm:pt modelId="{05AFD3A3-DC42-404C-912B-0FFE0169AFB7}" type="pres">
      <dgm:prSet presAssocID="{5491C88C-7BBE-46D0-9904-EE74F1E61BFD}" presName="rootComposite" presStyleCnt="0"/>
      <dgm:spPr/>
    </dgm:pt>
    <dgm:pt modelId="{E693E45F-C719-480C-9349-56205D7B9C30}" type="pres">
      <dgm:prSet presAssocID="{5491C88C-7BBE-46D0-9904-EE74F1E61BFD}" presName="rootText" presStyleLbl="node1" presStyleIdx="1" presStyleCnt="2"/>
      <dgm:spPr/>
    </dgm:pt>
    <dgm:pt modelId="{0DD1956D-0B6B-4C44-901C-875A0208B611}" type="pres">
      <dgm:prSet presAssocID="{5491C88C-7BBE-46D0-9904-EE74F1E61BFD}" presName="rootConnector" presStyleLbl="node1" presStyleIdx="1" presStyleCnt="2"/>
      <dgm:spPr/>
    </dgm:pt>
    <dgm:pt modelId="{740C2B71-258D-47F0-A166-3E7721E212AC}" type="pres">
      <dgm:prSet presAssocID="{5491C88C-7BBE-46D0-9904-EE74F1E61BFD}" presName="childShape" presStyleCnt="0"/>
      <dgm:spPr/>
    </dgm:pt>
  </dgm:ptLst>
  <dgm:cxnLst>
    <dgm:cxn modelId="{56440310-7C5F-48E9-9EC9-290E38C0F8C9}" srcId="{F24572D5-1A30-4A7C-84FC-3A6A9AEC41F9}" destId="{5491C88C-7BBE-46D0-9904-EE74F1E61BFD}" srcOrd="1" destOrd="0" parTransId="{198BEC9B-901B-4AB0-8D34-FE4C67B6C283}" sibTransId="{5FAEF4B8-6BF3-4A64-88D3-89618D960ECF}"/>
    <dgm:cxn modelId="{2F3C4D1F-D9F0-474D-BA64-C3261E131BA0}" type="presOf" srcId="{FFC00E70-8F50-4F32-82E7-ECB6288661AF}" destId="{B227DF0A-1760-484B-8F67-1F9257A9B6F8}" srcOrd="0" destOrd="0" presId="urn:microsoft.com/office/officeart/2005/8/layout/hierarchy3"/>
    <dgm:cxn modelId="{C74E7E22-34F3-4D68-B5CE-F661690B7B17}" type="presOf" srcId="{5491C88C-7BBE-46D0-9904-EE74F1E61BFD}" destId="{E693E45F-C719-480C-9349-56205D7B9C30}" srcOrd="0" destOrd="0" presId="urn:microsoft.com/office/officeart/2005/8/layout/hierarchy3"/>
    <dgm:cxn modelId="{1259FB25-B817-4809-A2A3-733989192C16}" type="presOf" srcId="{FFC00E70-8F50-4F32-82E7-ECB6288661AF}" destId="{81534D91-7C16-482E-B2A7-530C33EE533C}" srcOrd="1" destOrd="0" presId="urn:microsoft.com/office/officeart/2005/8/layout/hierarchy3"/>
    <dgm:cxn modelId="{412DB226-9836-4D11-9ADB-1D76AEE1C72A}" type="presOf" srcId="{F24572D5-1A30-4A7C-84FC-3A6A9AEC41F9}" destId="{5F762E85-A190-454F-89CF-CFF0AFF9DC40}" srcOrd="0" destOrd="0" presId="urn:microsoft.com/office/officeart/2005/8/layout/hierarchy3"/>
    <dgm:cxn modelId="{A3A0BF85-D578-4BAE-87E8-98DFF5FF582C}" srcId="{F24572D5-1A30-4A7C-84FC-3A6A9AEC41F9}" destId="{FFC00E70-8F50-4F32-82E7-ECB6288661AF}" srcOrd="0" destOrd="0" parTransId="{B530BF26-8E13-4AE0-9298-1995941DD883}" sibTransId="{9547AC9E-C79E-402D-922F-58FA2BD55327}"/>
    <dgm:cxn modelId="{51612FEE-5B24-49E3-BE8A-2025BD80A06F}" type="presOf" srcId="{5491C88C-7BBE-46D0-9904-EE74F1E61BFD}" destId="{0DD1956D-0B6B-4C44-901C-875A0208B611}" srcOrd="1" destOrd="0" presId="urn:microsoft.com/office/officeart/2005/8/layout/hierarchy3"/>
    <dgm:cxn modelId="{B1766E9C-A0B1-43E5-8160-C02FE461F4A5}" type="presParOf" srcId="{5F762E85-A190-454F-89CF-CFF0AFF9DC40}" destId="{7BF6A44F-C72E-4E1C-94B9-DADAB7F22E8E}" srcOrd="0" destOrd="0" presId="urn:microsoft.com/office/officeart/2005/8/layout/hierarchy3"/>
    <dgm:cxn modelId="{6A43CC36-C202-4E72-AC2A-AB10B11BE86B}" type="presParOf" srcId="{7BF6A44F-C72E-4E1C-94B9-DADAB7F22E8E}" destId="{3A3C93C1-CB99-4B02-BD7D-D4EDA37A1B84}" srcOrd="0" destOrd="0" presId="urn:microsoft.com/office/officeart/2005/8/layout/hierarchy3"/>
    <dgm:cxn modelId="{160A93B4-905F-437D-A7A5-7A6FC633E4FC}" type="presParOf" srcId="{3A3C93C1-CB99-4B02-BD7D-D4EDA37A1B84}" destId="{B227DF0A-1760-484B-8F67-1F9257A9B6F8}" srcOrd="0" destOrd="0" presId="urn:microsoft.com/office/officeart/2005/8/layout/hierarchy3"/>
    <dgm:cxn modelId="{2F31A6F1-39C7-486B-9009-4B23A1596128}" type="presParOf" srcId="{3A3C93C1-CB99-4B02-BD7D-D4EDA37A1B84}" destId="{81534D91-7C16-482E-B2A7-530C33EE533C}" srcOrd="1" destOrd="0" presId="urn:microsoft.com/office/officeart/2005/8/layout/hierarchy3"/>
    <dgm:cxn modelId="{FAB35B54-25E7-4ABC-BAA9-05CCE2DCD8B2}" type="presParOf" srcId="{7BF6A44F-C72E-4E1C-94B9-DADAB7F22E8E}" destId="{A57E504A-AC4A-4505-A405-FA990DA51639}" srcOrd="1" destOrd="0" presId="urn:microsoft.com/office/officeart/2005/8/layout/hierarchy3"/>
    <dgm:cxn modelId="{27D48850-58CF-4A62-8BB2-5E705E1BC36E}" type="presParOf" srcId="{5F762E85-A190-454F-89CF-CFF0AFF9DC40}" destId="{EB72FA72-2864-4A47-B8BC-5F9199A522BC}" srcOrd="1" destOrd="0" presId="urn:microsoft.com/office/officeart/2005/8/layout/hierarchy3"/>
    <dgm:cxn modelId="{5D674555-CF1E-4EFE-AAC7-6B42A268E522}" type="presParOf" srcId="{EB72FA72-2864-4A47-B8BC-5F9199A522BC}" destId="{05AFD3A3-DC42-404C-912B-0FFE0169AFB7}" srcOrd="0" destOrd="0" presId="urn:microsoft.com/office/officeart/2005/8/layout/hierarchy3"/>
    <dgm:cxn modelId="{2EC5E664-EBBD-4C4E-90FB-C444FCFDB808}" type="presParOf" srcId="{05AFD3A3-DC42-404C-912B-0FFE0169AFB7}" destId="{E693E45F-C719-480C-9349-56205D7B9C30}" srcOrd="0" destOrd="0" presId="urn:microsoft.com/office/officeart/2005/8/layout/hierarchy3"/>
    <dgm:cxn modelId="{96740910-6DC0-4B47-80E0-3DB472B40553}" type="presParOf" srcId="{05AFD3A3-DC42-404C-912B-0FFE0169AFB7}" destId="{0DD1956D-0B6B-4C44-901C-875A0208B611}" srcOrd="1" destOrd="0" presId="urn:microsoft.com/office/officeart/2005/8/layout/hierarchy3"/>
    <dgm:cxn modelId="{50B3A719-0609-4DBD-A41F-FA51249BE8D2}" type="presParOf" srcId="{EB72FA72-2864-4A47-B8BC-5F9199A522BC}" destId="{740C2B71-258D-47F0-A166-3E7721E212A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3789FE-B6FC-4491-AD89-F6B66158EEA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AF7FF9A3-DA79-4F0D-9E8A-7F2F52F06CFC}">
      <dgm:prSet/>
      <dgm:spPr/>
      <dgm:t>
        <a:bodyPr/>
        <a:lstStyle/>
        <a:p>
          <a:r>
            <a:rPr lang="en-US"/>
            <a:t>• Arrays need continuous memory blocks</a:t>
          </a:r>
        </a:p>
      </dgm:t>
    </dgm:pt>
    <dgm:pt modelId="{F8120A0B-9AF1-46E7-AAB2-D0C304D96AE1}" type="parTrans" cxnId="{B4140458-3302-4822-B27D-3B8337DC40A5}">
      <dgm:prSet/>
      <dgm:spPr/>
      <dgm:t>
        <a:bodyPr/>
        <a:lstStyle/>
        <a:p>
          <a:endParaRPr lang="en-US"/>
        </a:p>
      </dgm:t>
    </dgm:pt>
    <dgm:pt modelId="{C077FD80-2A38-45C8-82DB-1A394E9EF48B}" type="sibTrans" cxnId="{B4140458-3302-4822-B27D-3B8337DC40A5}">
      <dgm:prSet/>
      <dgm:spPr/>
      <dgm:t>
        <a:bodyPr/>
        <a:lstStyle/>
        <a:p>
          <a:endParaRPr lang="en-US"/>
        </a:p>
      </dgm:t>
    </dgm:pt>
    <dgm:pt modelId="{ECB08063-9AAA-49E2-A972-CD242B518B88}">
      <dgm:prSet/>
      <dgm:spPr/>
      <dgm:t>
        <a:bodyPr/>
        <a:lstStyle/>
        <a:p>
          <a:r>
            <a:rPr lang="en-US"/>
            <a:t>• Large arrays may fail if memory is fragmented</a:t>
          </a:r>
        </a:p>
      </dgm:t>
    </dgm:pt>
    <dgm:pt modelId="{C030A1F9-ED76-4440-8D8D-5C490297913C}" type="parTrans" cxnId="{D409CBBA-DECD-4AA8-B16F-C73296CBBCCF}">
      <dgm:prSet/>
      <dgm:spPr/>
      <dgm:t>
        <a:bodyPr/>
        <a:lstStyle/>
        <a:p>
          <a:endParaRPr lang="en-US"/>
        </a:p>
      </dgm:t>
    </dgm:pt>
    <dgm:pt modelId="{AE14F3D4-8287-4495-BEE2-70211C0C90C0}" type="sibTrans" cxnId="{D409CBBA-DECD-4AA8-B16F-C73296CBBCCF}">
      <dgm:prSet/>
      <dgm:spPr/>
      <dgm:t>
        <a:bodyPr/>
        <a:lstStyle/>
        <a:p>
          <a:endParaRPr lang="en-US"/>
        </a:p>
      </dgm:t>
    </dgm:pt>
    <dgm:pt modelId="{D9E0474C-EE9D-4D44-987D-1291ACAEE8E3}" type="pres">
      <dgm:prSet presAssocID="{093789FE-B6FC-4491-AD89-F6B66158EEA3}" presName="root" presStyleCnt="0">
        <dgm:presLayoutVars>
          <dgm:dir/>
          <dgm:resizeHandles val="exact"/>
        </dgm:presLayoutVars>
      </dgm:prSet>
      <dgm:spPr/>
    </dgm:pt>
    <dgm:pt modelId="{F7DA7611-B9E0-4241-B324-F448231C7038}" type="pres">
      <dgm:prSet presAssocID="{AF7FF9A3-DA79-4F0D-9E8A-7F2F52F06CFC}" presName="compNode" presStyleCnt="0"/>
      <dgm:spPr/>
    </dgm:pt>
    <dgm:pt modelId="{F9CC83F1-CAAC-4310-B6FC-AE94167C3A8F}" type="pres">
      <dgm:prSet presAssocID="{AF7FF9A3-DA79-4F0D-9E8A-7F2F52F06CFC}" presName="bgRect" presStyleLbl="bgShp" presStyleIdx="0" presStyleCnt="2"/>
      <dgm:spPr/>
    </dgm:pt>
    <dgm:pt modelId="{B1344DA7-934B-4BEB-AA4C-088F2C6F333A}" type="pres">
      <dgm:prSet presAssocID="{AF7FF9A3-DA79-4F0D-9E8A-7F2F52F06CF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2B25ABB-F14C-4943-9EF0-09F41F2FC4E3}" type="pres">
      <dgm:prSet presAssocID="{AF7FF9A3-DA79-4F0D-9E8A-7F2F52F06CFC}" presName="spaceRect" presStyleCnt="0"/>
      <dgm:spPr/>
    </dgm:pt>
    <dgm:pt modelId="{A6603388-2371-4C95-B749-104B966B1F8A}" type="pres">
      <dgm:prSet presAssocID="{AF7FF9A3-DA79-4F0D-9E8A-7F2F52F06CFC}" presName="parTx" presStyleLbl="revTx" presStyleIdx="0" presStyleCnt="2">
        <dgm:presLayoutVars>
          <dgm:chMax val="0"/>
          <dgm:chPref val="0"/>
        </dgm:presLayoutVars>
      </dgm:prSet>
      <dgm:spPr/>
    </dgm:pt>
    <dgm:pt modelId="{D707B616-6C9F-4D68-8DAE-13132EAB979B}" type="pres">
      <dgm:prSet presAssocID="{C077FD80-2A38-45C8-82DB-1A394E9EF48B}" presName="sibTrans" presStyleCnt="0"/>
      <dgm:spPr/>
    </dgm:pt>
    <dgm:pt modelId="{CE6CCE97-8D57-4CA7-987C-AEDBA34AF967}" type="pres">
      <dgm:prSet presAssocID="{ECB08063-9AAA-49E2-A972-CD242B518B88}" presName="compNode" presStyleCnt="0"/>
      <dgm:spPr/>
    </dgm:pt>
    <dgm:pt modelId="{FA20B459-1087-45DA-9D33-19B1E314CC20}" type="pres">
      <dgm:prSet presAssocID="{ECB08063-9AAA-49E2-A972-CD242B518B88}" presName="bgRect" presStyleLbl="bgShp" presStyleIdx="1" presStyleCnt="2"/>
      <dgm:spPr/>
    </dgm:pt>
    <dgm:pt modelId="{48EDA1E9-0D5D-4107-9DDA-85025A78588A}" type="pres">
      <dgm:prSet presAssocID="{ECB08063-9AAA-49E2-A972-CD242B518B8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473E92E4-1277-43C7-BFE5-FEAA7B768FF6}" type="pres">
      <dgm:prSet presAssocID="{ECB08063-9AAA-49E2-A972-CD242B518B88}" presName="spaceRect" presStyleCnt="0"/>
      <dgm:spPr/>
    </dgm:pt>
    <dgm:pt modelId="{6F114D81-837C-48CD-8130-BEE01D005378}" type="pres">
      <dgm:prSet presAssocID="{ECB08063-9AAA-49E2-A972-CD242B518B8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C495C3B-93EF-4967-AB07-52259EBC9425}" type="presOf" srcId="{093789FE-B6FC-4491-AD89-F6B66158EEA3}" destId="{D9E0474C-EE9D-4D44-987D-1291ACAEE8E3}" srcOrd="0" destOrd="0" presId="urn:microsoft.com/office/officeart/2018/2/layout/IconVerticalSolidList"/>
    <dgm:cxn modelId="{3C728F61-18F1-4D4F-B106-F41E3F1E37B5}" type="presOf" srcId="{AF7FF9A3-DA79-4F0D-9E8A-7F2F52F06CFC}" destId="{A6603388-2371-4C95-B749-104B966B1F8A}" srcOrd="0" destOrd="0" presId="urn:microsoft.com/office/officeart/2018/2/layout/IconVerticalSolidList"/>
    <dgm:cxn modelId="{B4140458-3302-4822-B27D-3B8337DC40A5}" srcId="{093789FE-B6FC-4491-AD89-F6B66158EEA3}" destId="{AF7FF9A3-DA79-4F0D-9E8A-7F2F52F06CFC}" srcOrd="0" destOrd="0" parTransId="{F8120A0B-9AF1-46E7-AAB2-D0C304D96AE1}" sibTransId="{C077FD80-2A38-45C8-82DB-1A394E9EF48B}"/>
    <dgm:cxn modelId="{CD9209A4-9133-4F55-83A6-767E096F2083}" type="presOf" srcId="{ECB08063-9AAA-49E2-A972-CD242B518B88}" destId="{6F114D81-837C-48CD-8130-BEE01D005378}" srcOrd="0" destOrd="0" presId="urn:microsoft.com/office/officeart/2018/2/layout/IconVerticalSolidList"/>
    <dgm:cxn modelId="{D409CBBA-DECD-4AA8-B16F-C73296CBBCCF}" srcId="{093789FE-B6FC-4491-AD89-F6B66158EEA3}" destId="{ECB08063-9AAA-49E2-A972-CD242B518B88}" srcOrd="1" destOrd="0" parTransId="{C030A1F9-ED76-4440-8D8D-5C490297913C}" sibTransId="{AE14F3D4-8287-4495-BEE2-70211C0C90C0}"/>
    <dgm:cxn modelId="{1DCEA3FF-12E6-43AE-99FA-8981C3460B66}" type="presParOf" srcId="{D9E0474C-EE9D-4D44-987D-1291ACAEE8E3}" destId="{F7DA7611-B9E0-4241-B324-F448231C7038}" srcOrd="0" destOrd="0" presId="urn:microsoft.com/office/officeart/2018/2/layout/IconVerticalSolidList"/>
    <dgm:cxn modelId="{8CCCE4C0-7B06-4DBB-8F3A-AC8CC4017695}" type="presParOf" srcId="{F7DA7611-B9E0-4241-B324-F448231C7038}" destId="{F9CC83F1-CAAC-4310-B6FC-AE94167C3A8F}" srcOrd="0" destOrd="0" presId="urn:microsoft.com/office/officeart/2018/2/layout/IconVerticalSolidList"/>
    <dgm:cxn modelId="{A49BDEFE-41CD-4710-987C-46E918CFAA65}" type="presParOf" srcId="{F7DA7611-B9E0-4241-B324-F448231C7038}" destId="{B1344DA7-934B-4BEB-AA4C-088F2C6F333A}" srcOrd="1" destOrd="0" presId="urn:microsoft.com/office/officeart/2018/2/layout/IconVerticalSolidList"/>
    <dgm:cxn modelId="{79214338-95E0-4A95-836B-FE1AED084484}" type="presParOf" srcId="{F7DA7611-B9E0-4241-B324-F448231C7038}" destId="{92B25ABB-F14C-4943-9EF0-09F41F2FC4E3}" srcOrd="2" destOrd="0" presId="urn:microsoft.com/office/officeart/2018/2/layout/IconVerticalSolidList"/>
    <dgm:cxn modelId="{75E0E000-E41D-4DBE-895B-2C5B41C03592}" type="presParOf" srcId="{F7DA7611-B9E0-4241-B324-F448231C7038}" destId="{A6603388-2371-4C95-B749-104B966B1F8A}" srcOrd="3" destOrd="0" presId="urn:microsoft.com/office/officeart/2018/2/layout/IconVerticalSolidList"/>
    <dgm:cxn modelId="{85771F2A-C9CE-4D84-B697-3A9E036D6B83}" type="presParOf" srcId="{D9E0474C-EE9D-4D44-987D-1291ACAEE8E3}" destId="{D707B616-6C9F-4D68-8DAE-13132EAB979B}" srcOrd="1" destOrd="0" presId="urn:microsoft.com/office/officeart/2018/2/layout/IconVerticalSolidList"/>
    <dgm:cxn modelId="{E06D2012-4A77-45DE-8310-F01E8770937B}" type="presParOf" srcId="{D9E0474C-EE9D-4D44-987D-1291ACAEE8E3}" destId="{CE6CCE97-8D57-4CA7-987C-AEDBA34AF967}" srcOrd="2" destOrd="0" presId="urn:microsoft.com/office/officeart/2018/2/layout/IconVerticalSolidList"/>
    <dgm:cxn modelId="{1AFE2C67-6A10-423A-A7BA-C8F6164C54DB}" type="presParOf" srcId="{CE6CCE97-8D57-4CA7-987C-AEDBA34AF967}" destId="{FA20B459-1087-45DA-9D33-19B1E314CC20}" srcOrd="0" destOrd="0" presId="urn:microsoft.com/office/officeart/2018/2/layout/IconVerticalSolidList"/>
    <dgm:cxn modelId="{1819B7D6-246B-451B-A6D5-74847F96BA16}" type="presParOf" srcId="{CE6CCE97-8D57-4CA7-987C-AEDBA34AF967}" destId="{48EDA1E9-0D5D-4107-9DDA-85025A78588A}" srcOrd="1" destOrd="0" presId="urn:microsoft.com/office/officeart/2018/2/layout/IconVerticalSolidList"/>
    <dgm:cxn modelId="{7E8B2DE3-F029-49BD-8E00-ED7C576F41FB}" type="presParOf" srcId="{CE6CCE97-8D57-4CA7-987C-AEDBA34AF967}" destId="{473E92E4-1277-43C7-BFE5-FEAA7B768FF6}" srcOrd="2" destOrd="0" presId="urn:microsoft.com/office/officeart/2018/2/layout/IconVerticalSolidList"/>
    <dgm:cxn modelId="{2B7EA267-D045-4012-900C-F76A646405C9}" type="presParOf" srcId="{CE6CCE97-8D57-4CA7-987C-AEDBA34AF967}" destId="{6F114D81-837C-48CD-8130-BEE01D0053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6F70A3-CD53-4A95-9308-BBF1DCD13232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02277D2-4CC9-49D5-B314-FC37552E511E}">
      <dgm:prSet/>
      <dgm:spPr/>
      <dgm:t>
        <a:bodyPr/>
        <a:lstStyle/>
        <a:p>
          <a:r>
            <a:rPr lang="en-US"/>
            <a:t>• Inserting or deleting requires shifting elements</a:t>
          </a:r>
        </a:p>
      </dgm:t>
    </dgm:pt>
    <dgm:pt modelId="{E1E1E9D5-029E-429D-8DE7-82DE0DBEF91A}" type="parTrans" cxnId="{328ACA63-7EA5-4FFB-A4FC-FF41010885AA}">
      <dgm:prSet/>
      <dgm:spPr/>
      <dgm:t>
        <a:bodyPr/>
        <a:lstStyle/>
        <a:p>
          <a:endParaRPr lang="en-US"/>
        </a:p>
      </dgm:t>
    </dgm:pt>
    <dgm:pt modelId="{3D20C187-AB30-4DAA-B898-905BAF214D11}" type="sibTrans" cxnId="{328ACA63-7EA5-4FFB-A4FC-FF41010885AA}">
      <dgm:prSet/>
      <dgm:spPr/>
      <dgm:t>
        <a:bodyPr/>
        <a:lstStyle/>
        <a:p>
          <a:endParaRPr lang="en-US"/>
        </a:p>
      </dgm:t>
    </dgm:pt>
    <dgm:pt modelId="{363B1403-AD5D-4095-8ACB-65E8B1EB306F}">
      <dgm:prSet/>
      <dgm:spPr/>
      <dgm:t>
        <a:bodyPr/>
        <a:lstStyle/>
        <a:p>
          <a:r>
            <a:rPr lang="en-US"/>
            <a:t>• Operations like insert at beginning take O(n) time</a:t>
          </a:r>
        </a:p>
      </dgm:t>
    </dgm:pt>
    <dgm:pt modelId="{DB0D143E-5923-43D5-9BAD-43AA5A4956B8}" type="parTrans" cxnId="{8A6D4E5D-5FE6-4921-ABCA-C06F13EA8CFD}">
      <dgm:prSet/>
      <dgm:spPr/>
      <dgm:t>
        <a:bodyPr/>
        <a:lstStyle/>
        <a:p>
          <a:endParaRPr lang="en-US"/>
        </a:p>
      </dgm:t>
    </dgm:pt>
    <dgm:pt modelId="{0859DBED-8C98-4517-8169-70CB137C0DBF}" type="sibTrans" cxnId="{8A6D4E5D-5FE6-4921-ABCA-C06F13EA8CFD}">
      <dgm:prSet/>
      <dgm:spPr/>
      <dgm:t>
        <a:bodyPr/>
        <a:lstStyle/>
        <a:p>
          <a:endParaRPr lang="en-US"/>
        </a:p>
      </dgm:t>
    </dgm:pt>
    <dgm:pt modelId="{6CCBF07A-C001-43D5-B1B3-CF14E8401293}" type="pres">
      <dgm:prSet presAssocID="{F96F70A3-CD53-4A95-9308-BBF1DCD1323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8447E8B-12B0-469E-B29A-142DB916A829}" type="pres">
      <dgm:prSet presAssocID="{F02277D2-4CC9-49D5-B314-FC37552E511E}" presName="hierRoot1" presStyleCnt="0"/>
      <dgm:spPr/>
    </dgm:pt>
    <dgm:pt modelId="{A55F5F40-D847-42A6-8EB6-78659DFF756B}" type="pres">
      <dgm:prSet presAssocID="{F02277D2-4CC9-49D5-B314-FC37552E511E}" presName="composite" presStyleCnt="0"/>
      <dgm:spPr/>
    </dgm:pt>
    <dgm:pt modelId="{94B83DE0-6E93-4481-BF56-1EB9892BE047}" type="pres">
      <dgm:prSet presAssocID="{F02277D2-4CC9-49D5-B314-FC37552E511E}" presName="background" presStyleLbl="node0" presStyleIdx="0" presStyleCnt="2"/>
      <dgm:spPr/>
    </dgm:pt>
    <dgm:pt modelId="{65BFC1A0-F965-4FE5-9B39-FD4DC43EE8BD}" type="pres">
      <dgm:prSet presAssocID="{F02277D2-4CC9-49D5-B314-FC37552E511E}" presName="text" presStyleLbl="fgAcc0" presStyleIdx="0" presStyleCnt="2">
        <dgm:presLayoutVars>
          <dgm:chPref val="3"/>
        </dgm:presLayoutVars>
      </dgm:prSet>
      <dgm:spPr/>
    </dgm:pt>
    <dgm:pt modelId="{460FA349-1DAC-44BD-AE02-A7E23B3844C8}" type="pres">
      <dgm:prSet presAssocID="{F02277D2-4CC9-49D5-B314-FC37552E511E}" presName="hierChild2" presStyleCnt="0"/>
      <dgm:spPr/>
    </dgm:pt>
    <dgm:pt modelId="{5FF14C23-6F17-4F73-A15C-849ABC309B54}" type="pres">
      <dgm:prSet presAssocID="{363B1403-AD5D-4095-8ACB-65E8B1EB306F}" presName="hierRoot1" presStyleCnt="0"/>
      <dgm:spPr/>
    </dgm:pt>
    <dgm:pt modelId="{52A77E0B-23A3-4038-B28E-A8E7BE1563A5}" type="pres">
      <dgm:prSet presAssocID="{363B1403-AD5D-4095-8ACB-65E8B1EB306F}" presName="composite" presStyleCnt="0"/>
      <dgm:spPr/>
    </dgm:pt>
    <dgm:pt modelId="{E9A64BDE-7A0B-47E8-A788-2CCCABD4B5C2}" type="pres">
      <dgm:prSet presAssocID="{363B1403-AD5D-4095-8ACB-65E8B1EB306F}" presName="background" presStyleLbl="node0" presStyleIdx="1" presStyleCnt="2"/>
      <dgm:spPr/>
    </dgm:pt>
    <dgm:pt modelId="{DF9D38A5-A8B9-4C8B-B375-0C5C65006893}" type="pres">
      <dgm:prSet presAssocID="{363B1403-AD5D-4095-8ACB-65E8B1EB306F}" presName="text" presStyleLbl="fgAcc0" presStyleIdx="1" presStyleCnt="2">
        <dgm:presLayoutVars>
          <dgm:chPref val="3"/>
        </dgm:presLayoutVars>
      </dgm:prSet>
      <dgm:spPr/>
    </dgm:pt>
    <dgm:pt modelId="{3EC6DCAA-36CA-493A-A39B-D5EDB6352163}" type="pres">
      <dgm:prSet presAssocID="{363B1403-AD5D-4095-8ACB-65E8B1EB306F}" presName="hierChild2" presStyleCnt="0"/>
      <dgm:spPr/>
    </dgm:pt>
  </dgm:ptLst>
  <dgm:cxnLst>
    <dgm:cxn modelId="{8A6D4E5D-5FE6-4921-ABCA-C06F13EA8CFD}" srcId="{F96F70A3-CD53-4A95-9308-BBF1DCD13232}" destId="{363B1403-AD5D-4095-8ACB-65E8B1EB306F}" srcOrd="1" destOrd="0" parTransId="{DB0D143E-5923-43D5-9BAD-43AA5A4956B8}" sibTransId="{0859DBED-8C98-4517-8169-70CB137C0DBF}"/>
    <dgm:cxn modelId="{B9541763-F859-42A8-ABBD-ADF7DEE125E2}" type="presOf" srcId="{F02277D2-4CC9-49D5-B314-FC37552E511E}" destId="{65BFC1A0-F965-4FE5-9B39-FD4DC43EE8BD}" srcOrd="0" destOrd="0" presId="urn:microsoft.com/office/officeart/2005/8/layout/hierarchy1"/>
    <dgm:cxn modelId="{328ACA63-7EA5-4FFB-A4FC-FF41010885AA}" srcId="{F96F70A3-CD53-4A95-9308-BBF1DCD13232}" destId="{F02277D2-4CC9-49D5-B314-FC37552E511E}" srcOrd="0" destOrd="0" parTransId="{E1E1E9D5-029E-429D-8DE7-82DE0DBEF91A}" sibTransId="{3D20C187-AB30-4DAA-B898-905BAF214D11}"/>
    <dgm:cxn modelId="{014E6481-85B2-4CF7-AE91-CC1C8ECF6218}" type="presOf" srcId="{F96F70A3-CD53-4A95-9308-BBF1DCD13232}" destId="{6CCBF07A-C001-43D5-B1B3-CF14E8401293}" srcOrd="0" destOrd="0" presId="urn:microsoft.com/office/officeart/2005/8/layout/hierarchy1"/>
    <dgm:cxn modelId="{1B5E4792-9873-424F-9C0E-8E7CC0EBF968}" type="presOf" srcId="{363B1403-AD5D-4095-8ACB-65E8B1EB306F}" destId="{DF9D38A5-A8B9-4C8B-B375-0C5C65006893}" srcOrd="0" destOrd="0" presId="urn:microsoft.com/office/officeart/2005/8/layout/hierarchy1"/>
    <dgm:cxn modelId="{C4958B04-AF53-4F2C-9017-51CF5C6E8E75}" type="presParOf" srcId="{6CCBF07A-C001-43D5-B1B3-CF14E8401293}" destId="{48447E8B-12B0-469E-B29A-142DB916A829}" srcOrd="0" destOrd="0" presId="urn:microsoft.com/office/officeart/2005/8/layout/hierarchy1"/>
    <dgm:cxn modelId="{F88E53BB-EECC-4099-AD67-7C8883E700F7}" type="presParOf" srcId="{48447E8B-12B0-469E-B29A-142DB916A829}" destId="{A55F5F40-D847-42A6-8EB6-78659DFF756B}" srcOrd="0" destOrd="0" presId="urn:microsoft.com/office/officeart/2005/8/layout/hierarchy1"/>
    <dgm:cxn modelId="{DE915ECF-8619-4FCD-82B7-D99673699C01}" type="presParOf" srcId="{A55F5F40-D847-42A6-8EB6-78659DFF756B}" destId="{94B83DE0-6E93-4481-BF56-1EB9892BE047}" srcOrd="0" destOrd="0" presId="urn:microsoft.com/office/officeart/2005/8/layout/hierarchy1"/>
    <dgm:cxn modelId="{7177BFD4-10AD-4101-A1C8-67872CB05B71}" type="presParOf" srcId="{A55F5F40-D847-42A6-8EB6-78659DFF756B}" destId="{65BFC1A0-F965-4FE5-9B39-FD4DC43EE8BD}" srcOrd="1" destOrd="0" presId="urn:microsoft.com/office/officeart/2005/8/layout/hierarchy1"/>
    <dgm:cxn modelId="{23BA3310-2A2C-4F5E-AF75-C0B7B6962F2E}" type="presParOf" srcId="{48447E8B-12B0-469E-B29A-142DB916A829}" destId="{460FA349-1DAC-44BD-AE02-A7E23B3844C8}" srcOrd="1" destOrd="0" presId="urn:microsoft.com/office/officeart/2005/8/layout/hierarchy1"/>
    <dgm:cxn modelId="{089BAE29-72EB-47C2-A0D5-0309A985D9B4}" type="presParOf" srcId="{6CCBF07A-C001-43D5-B1B3-CF14E8401293}" destId="{5FF14C23-6F17-4F73-A15C-849ABC309B54}" srcOrd="1" destOrd="0" presId="urn:microsoft.com/office/officeart/2005/8/layout/hierarchy1"/>
    <dgm:cxn modelId="{AD21E827-454F-4A58-98A6-DC90AFA3056B}" type="presParOf" srcId="{5FF14C23-6F17-4F73-A15C-849ABC309B54}" destId="{52A77E0B-23A3-4038-B28E-A8E7BE1563A5}" srcOrd="0" destOrd="0" presId="urn:microsoft.com/office/officeart/2005/8/layout/hierarchy1"/>
    <dgm:cxn modelId="{0E9632ED-7967-491C-82DA-1874ACA76746}" type="presParOf" srcId="{52A77E0B-23A3-4038-B28E-A8E7BE1563A5}" destId="{E9A64BDE-7A0B-47E8-A788-2CCCABD4B5C2}" srcOrd="0" destOrd="0" presId="urn:microsoft.com/office/officeart/2005/8/layout/hierarchy1"/>
    <dgm:cxn modelId="{FF8EA378-BB40-4489-A639-C0D1F3EC4930}" type="presParOf" srcId="{52A77E0B-23A3-4038-B28E-A8E7BE1563A5}" destId="{DF9D38A5-A8B9-4C8B-B375-0C5C65006893}" srcOrd="1" destOrd="0" presId="urn:microsoft.com/office/officeart/2005/8/layout/hierarchy1"/>
    <dgm:cxn modelId="{6BDD03A8-6B66-4A14-9124-A75470E611B3}" type="presParOf" srcId="{5FF14C23-6F17-4F73-A15C-849ABC309B54}" destId="{3EC6DCAA-36CA-493A-A39B-D5EDB635216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6F3B44-B673-4DE6-935B-93DE962794F8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5D474BA-A2F7-4E2A-B7F3-A6E764CD2D9E}">
      <dgm:prSet/>
      <dgm:spPr/>
      <dgm:t>
        <a:bodyPr/>
        <a:lstStyle/>
        <a:p>
          <a:r>
            <a:rPr lang="en-US"/>
            <a:t>• Extra allocated slots remain unused</a:t>
          </a:r>
        </a:p>
      </dgm:t>
    </dgm:pt>
    <dgm:pt modelId="{B7B2A7D5-E249-477D-A7C2-CDD91AC26332}" type="parTrans" cxnId="{550BC0EC-32D8-4901-8274-AF422136D222}">
      <dgm:prSet/>
      <dgm:spPr/>
      <dgm:t>
        <a:bodyPr/>
        <a:lstStyle/>
        <a:p>
          <a:endParaRPr lang="en-US"/>
        </a:p>
      </dgm:t>
    </dgm:pt>
    <dgm:pt modelId="{6DF37C5D-3FCF-45C3-9B22-0679D4990075}" type="sibTrans" cxnId="{550BC0EC-32D8-4901-8274-AF422136D222}">
      <dgm:prSet/>
      <dgm:spPr/>
      <dgm:t>
        <a:bodyPr/>
        <a:lstStyle/>
        <a:p>
          <a:endParaRPr lang="en-US"/>
        </a:p>
      </dgm:t>
    </dgm:pt>
    <dgm:pt modelId="{011C1573-4DE1-4CE2-ABE2-E33800F3F099}">
      <dgm:prSet/>
      <dgm:spPr/>
      <dgm:t>
        <a:bodyPr/>
        <a:lstStyle/>
        <a:p>
          <a:r>
            <a:rPr lang="en-US"/>
            <a:t>• Example: Array of size 100 but only 20 used</a:t>
          </a:r>
        </a:p>
      </dgm:t>
    </dgm:pt>
    <dgm:pt modelId="{7873E18B-C9E2-4291-9D73-362390563087}" type="parTrans" cxnId="{E6F6C3FC-D6A7-4030-BBBD-255B7751BAC8}">
      <dgm:prSet/>
      <dgm:spPr/>
      <dgm:t>
        <a:bodyPr/>
        <a:lstStyle/>
        <a:p>
          <a:endParaRPr lang="en-US"/>
        </a:p>
      </dgm:t>
    </dgm:pt>
    <dgm:pt modelId="{76325107-FB4B-40EE-9C93-8539B94A0547}" type="sibTrans" cxnId="{E6F6C3FC-D6A7-4030-BBBD-255B7751BAC8}">
      <dgm:prSet/>
      <dgm:spPr/>
      <dgm:t>
        <a:bodyPr/>
        <a:lstStyle/>
        <a:p>
          <a:endParaRPr lang="en-US"/>
        </a:p>
      </dgm:t>
    </dgm:pt>
    <dgm:pt modelId="{E81A89F3-B869-4B46-9E2D-B9418B6F1327}" type="pres">
      <dgm:prSet presAssocID="{806F3B44-B673-4DE6-935B-93DE962794F8}" presName="linear" presStyleCnt="0">
        <dgm:presLayoutVars>
          <dgm:animLvl val="lvl"/>
          <dgm:resizeHandles val="exact"/>
        </dgm:presLayoutVars>
      </dgm:prSet>
      <dgm:spPr/>
    </dgm:pt>
    <dgm:pt modelId="{1064137C-1CB2-4023-8C96-F7DACD08C3FF}" type="pres">
      <dgm:prSet presAssocID="{75D474BA-A2F7-4E2A-B7F3-A6E764CD2D9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DEF9D35-705E-4973-BA57-35182770F354}" type="pres">
      <dgm:prSet presAssocID="{6DF37C5D-3FCF-45C3-9B22-0679D4990075}" presName="spacer" presStyleCnt="0"/>
      <dgm:spPr/>
    </dgm:pt>
    <dgm:pt modelId="{250D4ABD-39E6-44DD-995C-5DDE6972E77A}" type="pres">
      <dgm:prSet presAssocID="{011C1573-4DE1-4CE2-ABE2-E33800F3F09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20D370B-6760-4EA1-A5B2-126F5B71577E}" type="presOf" srcId="{806F3B44-B673-4DE6-935B-93DE962794F8}" destId="{E81A89F3-B869-4B46-9E2D-B9418B6F1327}" srcOrd="0" destOrd="0" presId="urn:microsoft.com/office/officeart/2005/8/layout/vList2"/>
    <dgm:cxn modelId="{3DB0A29D-AC35-4901-9A5C-AE5647768320}" type="presOf" srcId="{011C1573-4DE1-4CE2-ABE2-E33800F3F099}" destId="{250D4ABD-39E6-44DD-995C-5DDE6972E77A}" srcOrd="0" destOrd="0" presId="urn:microsoft.com/office/officeart/2005/8/layout/vList2"/>
    <dgm:cxn modelId="{9B0B79DE-8F16-42EC-935B-9962E7FBFB51}" type="presOf" srcId="{75D474BA-A2F7-4E2A-B7F3-A6E764CD2D9E}" destId="{1064137C-1CB2-4023-8C96-F7DACD08C3FF}" srcOrd="0" destOrd="0" presId="urn:microsoft.com/office/officeart/2005/8/layout/vList2"/>
    <dgm:cxn modelId="{550BC0EC-32D8-4901-8274-AF422136D222}" srcId="{806F3B44-B673-4DE6-935B-93DE962794F8}" destId="{75D474BA-A2F7-4E2A-B7F3-A6E764CD2D9E}" srcOrd="0" destOrd="0" parTransId="{B7B2A7D5-E249-477D-A7C2-CDD91AC26332}" sibTransId="{6DF37C5D-3FCF-45C3-9B22-0679D4990075}"/>
    <dgm:cxn modelId="{E6F6C3FC-D6A7-4030-BBBD-255B7751BAC8}" srcId="{806F3B44-B673-4DE6-935B-93DE962794F8}" destId="{011C1573-4DE1-4CE2-ABE2-E33800F3F099}" srcOrd="1" destOrd="0" parTransId="{7873E18B-C9E2-4291-9D73-362390563087}" sibTransId="{76325107-FB4B-40EE-9C93-8539B94A0547}"/>
    <dgm:cxn modelId="{1E18CD0F-50DD-462A-A728-AB4CBB684CC3}" type="presParOf" srcId="{E81A89F3-B869-4B46-9E2D-B9418B6F1327}" destId="{1064137C-1CB2-4023-8C96-F7DACD08C3FF}" srcOrd="0" destOrd="0" presId="urn:microsoft.com/office/officeart/2005/8/layout/vList2"/>
    <dgm:cxn modelId="{FC0AE6F7-DFFD-4C25-9B46-BC693ADC3D73}" type="presParOf" srcId="{E81A89F3-B869-4B46-9E2D-B9418B6F1327}" destId="{2DEF9D35-705E-4973-BA57-35182770F354}" srcOrd="1" destOrd="0" presId="urn:microsoft.com/office/officeart/2005/8/layout/vList2"/>
    <dgm:cxn modelId="{67F31CD0-F0BF-4407-99EE-E9263A983A65}" type="presParOf" srcId="{E81A89F3-B869-4B46-9E2D-B9418B6F1327}" destId="{250D4ABD-39E6-44DD-995C-5DDE6972E77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EFE5E06-58C0-4EAD-B5D7-27F6496E46A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7B8D092-0A1F-4694-9A65-54E982377B8E}">
      <dgm:prSet/>
      <dgm:spPr/>
      <dgm:t>
        <a:bodyPr/>
        <a:lstStyle/>
        <a:p>
          <a:pPr>
            <a:defRPr cap="all"/>
          </a:pPr>
          <a:r>
            <a:rPr lang="en-US"/>
            <a:t>• All elements must be of same type</a:t>
          </a:r>
        </a:p>
      </dgm:t>
    </dgm:pt>
    <dgm:pt modelId="{A30C71BA-7AA8-4E44-9287-E2D31DAF8B95}" type="parTrans" cxnId="{349084B0-D1CF-4968-B205-CD337A7ADE27}">
      <dgm:prSet/>
      <dgm:spPr/>
      <dgm:t>
        <a:bodyPr/>
        <a:lstStyle/>
        <a:p>
          <a:endParaRPr lang="en-US"/>
        </a:p>
      </dgm:t>
    </dgm:pt>
    <dgm:pt modelId="{C36B88BB-9D2E-4C40-8915-8C13B6302B88}" type="sibTrans" cxnId="{349084B0-D1CF-4968-B205-CD337A7ADE27}">
      <dgm:prSet/>
      <dgm:spPr/>
      <dgm:t>
        <a:bodyPr/>
        <a:lstStyle/>
        <a:p>
          <a:endParaRPr lang="en-US"/>
        </a:p>
      </dgm:t>
    </dgm:pt>
    <dgm:pt modelId="{3FFCE18D-8E54-4615-9981-6685D63CC6F3}">
      <dgm:prSet/>
      <dgm:spPr/>
      <dgm:t>
        <a:bodyPr/>
        <a:lstStyle/>
        <a:p>
          <a:pPr>
            <a:defRPr cap="all"/>
          </a:pPr>
          <a:r>
            <a:rPr lang="en-US"/>
            <a:t>• Cannot mix int, string, float, etc.</a:t>
          </a:r>
        </a:p>
      </dgm:t>
    </dgm:pt>
    <dgm:pt modelId="{41B6F061-0DB4-4CFD-9CEF-77F0064F660D}" type="parTrans" cxnId="{E04376DD-F32F-4F35-989A-CB7FA8EB1E91}">
      <dgm:prSet/>
      <dgm:spPr/>
      <dgm:t>
        <a:bodyPr/>
        <a:lstStyle/>
        <a:p>
          <a:endParaRPr lang="en-US"/>
        </a:p>
      </dgm:t>
    </dgm:pt>
    <dgm:pt modelId="{01D2D369-F9A2-4A0C-98D5-92DE4C450B46}" type="sibTrans" cxnId="{E04376DD-F32F-4F35-989A-CB7FA8EB1E91}">
      <dgm:prSet/>
      <dgm:spPr/>
      <dgm:t>
        <a:bodyPr/>
        <a:lstStyle/>
        <a:p>
          <a:endParaRPr lang="en-US"/>
        </a:p>
      </dgm:t>
    </dgm:pt>
    <dgm:pt modelId="{CE34033F-EFCD-4821-A1DC-411BEBE5BA5D}" type="pres">
      <dgm:prSet presAssocID="{4EFE5E06-58C0-4EAD-B5D7-27F6496E46AF}" presName="root" presStyleCnt="0">
        <dgm:presLayoutVars>
          <dgm:dir/>
          <dgm:resizeHandles val="exact"/>
        </dgm:presLayoutVars>
      </dgm:prSet>
      <dgm:spPr/>
    </dgm:pt>
    <dgm:pt modelId="{FB9030D8-5456-403A-A44D-D6DF8FA3A13A}" type="pres">
      <dgm:prSet presAssocID="{07B8D092-0A1F-4694-9A65-54E982377B8E}" presName="compNode" presStyleCnt="0"/>
      <dgm:spPr/>
    </dgm:pt>
    <dgm:pt modelId="{4C828741-4E44-4CEA-993B-019386E938F0}" type="pres">
      <dgm:prSet presAssocID="{07B8D092-0A1F-4694-9A65-54E982377B8E}" presName="iconBgRect" presStyleLbl="bgShp" presStyleIdx="0" presStyleCnt="2"/>
      <dgm:spPr/>
    </dgm:pt>
    <dgm:pt modelId="{A6B014D3-113F-48F2-9179-76E874FA2D62}" type="pres">
      <dgm:prSet presAssocID="{07B8D092-0A1F-4694-9A65-54E982377B8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CA7925C-D5D2-4927-92A0-A4ABAD4A9FA7}" type="pres">
      <dgm:prSet presAssocID="{07B8D092-0A1F-4694-9A65-54E982377B8E}" presName="spaceRect" presStyleCnt="0"/>
      <dgm:spPr/>
    </dgm:pt>
    <dgm:pt modelId="{3317C3DB-E6D0-4E92-A8E8-91963A9B749E}" type="pres">
      <dgm:prSet presAssocID="{07B8D092-0A1F-4694-9A65-54E982377B8E}" presName="textRect" presStyleLbl="revTx" presStyleIdx="0" presStyleCnt="2">
        <dgm:presLayoutVars>
          <dgm:chMax val="1"/>
          <dgm:chPref val="1"/>
        </dgm:presLayoutVars>
      </dgm:prSet>
      <dgm:spPr/>
    </dgm:pt>
    <dgm:pt modelId="{0B51987B-61DE-4C5C-BD30-369A416B3CEE}" type="pres">
      <dgm:prSet presAssocID="{C36B88BB-9D2E-4C40-8915-8C13B6302B88}" presName="sibTrans" presStyleCnt="0"/>
      <dgm:spPr/>
    </dgm:pt>
    <dgm:pt modelId="{15798172-CCB5-4FD7-9D23-2AD03C80ED10}" type="pres">
      <dgm:prSet presAssocID="{3FFCE18D-8E54-4615-9981-6685D63CC6F3}" presName="compNode" presStyleCnt="0"/>
      <dgm:spPr/>
    </dgm:pt>
    <dgm:pt modelId="{F0A996FE-3880-4460-93D0-BAB142EC31CE}" type="pres">
      <dgm:prSet presAssocID="{3FFCE18D-8E54-4615-9981-6685D63CC6F3}" presName="iconBgRect" presStyleLbl="bgShp" presStyleIdx="1" presStyleCnt="2"/>
      <dgm:spPr/>
    </dgm:pt>
    <dgm:pt modelId="{9534DD4D-4C26-4B54-B54A-818721E8A028}" type="pres">
      <dgm:prSet presAssocID="{3FFCE18D-8E54-4615-9981-6685D63CC6F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ber duck"/>
        </a:ext>
      </dgm:extLst>
    </dgm:pt>
    <dgm:pt modelId="{87C4753E-75BF-4CF5-A8DD-C27C3A7D1B2C}" type="pres">
      <dgm:prSet presAssocID="{3FFCE18D-8E54-4615-9981-6685D63CC6F3}" presName="spaceRect" presStyleCnt="0"/>
      <dgm:spPr/>
    </dgm:pt>
    <dgm:pt modelId="{0E1A63E0-EEBD-441F-9BB7-B38EB1B1B665}" type="pres">
      <dgm:prSet presAssocID="{3FFCE18D-8E54-4615-9981-6685D63CC6F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A9ACB01-A712-48CD-AFF6-E7FC435F954D}" type="presOf" srcId="{07B8D092-0A1F-4694-9A65-54E982377B8E}" destId="{3317C3DB-E6D0-4E92-A8E8-91963A9B749E}" srcOrd="0" destOrd="0" presId="urn:microsoft.com/office/officeart/2018/5/layout/IconCircleLabelList"/>
    <dgm:cxn modelId="{3BF57B08-CF40-4341-8464-37051217F549}" type="presOf" srcId="{3FFCE18D-8E54-4615-9981-6685D63CC6F3}" destId="{0E1A63E0-EEBD-441F-9BB7-B38EB1B1B665}" srcOrd="0" destOrd="0" presId="urn:microsoft.com/office/officeart/2018/5/layout/IconCircleLabelList"/>
    <dgm:cxn modelId="{349084B0-D1CF-4968-B205-CD337A7ADE27}" srcId="{4EFE5E06-58C0-4EAD-B5D7-27F6496E46AF}" destId="{07B8D092-0A1F-4694-9A65-54E982377B8E}" srcOrd="0" destOrd="0" parTransId="{A30C71BA-7AA8-4E44-9287-E2D31DAF8B95}" sibTransId="{C36B88BB-9D2E-4C40-8915-8C13B6302B88}"/>
    <dgm:cxn modelId="{945571B5-5361-479A-A0EB-E7D0A23E6F58}" type="presOf" srcId="{4EFE5E06-58C0-4EAD-B5D7-27F6496E46AF}" destId="{CE34033F-EFCD-4821-A1DC-411BEBE5BA5D}" srcOrd="0" destOrd="0" presId="urn:microsoft.com/office/officeart/2018/5/layout/IconCircleLabelList"/>
    <dgm:cxn modelId="{E04376DD-F32F-4F35-989A-CB7FA8EB1E91}" srcId="{4EFE5E06-58C0-4EAD-B5D7-27F6496E46AF}" destId="{3FFCE18D-8E54-4615-9981-6685D63CC6F3}" srcOrd="1" destOrd="0" parTransId="{41B6F061-0DB4-4CFD-9CEF-77F0064F660D}" sibTransId="{01D2D369-F9A2-4A0C-98D5-92DE4C450B46}"/>
    <dgm:cxn modelId="{4DCCFEC1-9E7E-49F3-97E0-446D1BDF38E8}" type="presParOf" srcId="{CE34033F-EFCD-4821-A1DC-411BEBE5BA5D}" destId="{FB9030D8-5456-403A-A44D-D6DF8FA3A13A}" srcOrd="0" destOrd="0" presId="urn:microsoft.com/office/officeart/2018/5/layout/IconCircleLabelList"/>
    <dgm:cxn modelId="{D1A90C11-F82C-4F28-A8CC-6612A592F7FE}" type="presParOf" srcId="{FB9030D8-5456-403A-A44D-D6DF8FA3A13A}" destId="{4C828741-4E44-4CEA-993B-019386E938F0}" srcOrd="0" destOrd="0" presId="urn:microsoft.com/office/officeart/2018/5/layout/IconCircleLabelList"/>
    <dgm:cxn modelId="{95E7F975-92DB-4EE5-8D5B-F9064B00F58A}" type="presParOf" srcId="{FB9030D8-5456-403A-A44D-D6DF8FA3A13A}" destId="{A6B014D3-113F-48F2-9179-76E874FA2D62}" srcOrd="1" destOrd="0" presId="urn:microsoft.com/office/officeart/2018/5/layout/IconCircleLabelList"/>
    <dgm:cxn modelId="{520DFECA-81F9-4E92-813F-0164AFA33DD6}" type="presParOf" srcId="{FB9030D8-5456-403A-A44D-D6DF8FA3A13A}" destId="{0CA7925C-D5D2-4927-92A0-A4ABAD4A9FA7}" srcOrd="2" destOrd="0" presId="urn:microsoft.com/office/officeart/2018/5/layout/IconCircleLabelList"/>
    <dgm:cxn modelId="{EF18672F-F20B-4B84-B4E2-823783E9C71A}" type="presParOf" srcId="{FB9030D8-5456-403A-A44D-D6DF8FA3A13A}" destId="{3317C3DB-E6D0-4E92-A8E8-91963A9B749E}" srcOrd="3" destOrd="0" presId="urn:microsoft.com/office/officeart/2018/5/layout/IconCircleLabelList"/>
    <dgm:cxn modelId="{0AB4EC64-6671-420B-87C1-8CB94883DD7F}" type="presParOf" srcId="{CE34033F-EFCD-4821-A1DC-411BEBE5BA5D}" destId="{0B51987B-61DE-4C5C-BD30-369A416B3CEE}" srcOrd="1" destOrd="0" presId="urn:microsoft.com/office/officeart/2018/5/layout/IconCircleLabelList"/>
    <dgm:cxn modelId="{AD6642D0-4560-4628-B074-ECF936F59930}" type="presParOf" srcId="{CE34033F-EFCD-4821-A1DC-411BEBE5BA5D}" destId="{15798172-CCB5-4FD7-9D23-2AD03C80ED10}" srcOrd="2" destOrd="0" presId="urn:microsoft.com/office/officeart/2018/5/layout/IconCircleLabelList"/>
    <dgm:cxn modelId="{83EC3C0F-466F-47DA-8138-36DA7C0717C6}" type="presParOf" srcId="{15798172-CCB5-4FD7-9D23-2AD03C80ED10}" destId="{F0A996FE-3880-4460-93D0-BAB142EC31CE}" srcOrd="0" destOrd="0" presId="urn:microsoft.com/office/officeart/2018/5/layout/IconCircleLabelList"/>
    <dgm:cxn modelId="{A72D4DFC-B43D-42E5-8076-69A3AF28C4C3}" type="presParOf" srcId="{15798172-CCB5-4FD7-9D23-2AD03C80ED10}" destId="{9534DD4D-4C26-4B54-B54A-818721E8A028}" srcOrd="1" destOrd="0" presId="urn:microsoft.com/office/officeart/2018/5/layout/IconCircleLabelList"/>
    <dgm:cxn modelId="{672D595D-17E9-4AD4-9A0D-F9C79B01A62D}" type="presParOf" srcId="{15798172-CCB5-4FD7-9D23-2AD03C80ED10}" destId="{87C4753E-75BF-4CF5-A8DD-C27C3A7D1B2C}" srcOrd="2" destOrd="0" presId="urn:microsoft.com/office/officeart/2018/5/layout/IconCircleLabelList"/>
    <dgm:cxn modelId="{FB2B46E1-ABCB-446B-870F-8DE3821AF278}" type="presParOf" srcId="{15798172-CCB5-4FD7-9D23-2AD03C80ED10}" destId="{0E1A63E0-EEBD-441F-9BB7-B38EB1B1B66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0E671B-BFCA-4E2F-ACA5-6E7575F33BED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0BF5D97-2BEE-4209-8BC2-818E76DCE12E}">
      <dgm:prSet/>
      <dgm:spPr/>
      <dgm:t>
        <a:bodyPr/>
        <a:lstStyle/>
        <a:p>
          <a:r>
            <a:rPr lang="en-US"/>
            <a:t>• No auto-resizing</a:t>
          </a:r>
        </a:p>
      </dgm:t>
    </dgm:pt>
    <dgm:pt modelId="{1DCF1383-9B7A-47CD-A8AE-85F4C56363E3}" type="parTrans" cxnId="{2BCB170E-EA7A-44C8-906D-4C82C1184BDD}">
      <dgm:prSet/>
      <dgm:spPr/>
      <dgm:t>
        <a:bodyPr/>
        <a:lstStyle/>
        <a:p>
          <a:endParaRPr lang="en-US"/>
        </a:p>
      </dgm:t>
    </dgm:pt>
    <dgm:pt modelId="{ECF6F806-F8E3-4B2D-AB3C-EEFBB79B5281}" type="sibTrans" cxnId="{2BCB170E-EA7A-44C8-906D-4C82C1184BDD}">
      <dgm:prSet/>
      <dgm:spPr/>
      <dgm:t>
        <a:bodyPr/>
        <a:lstStyle/>
        <a:p>
          <a:endParaRPr lang="en-US"/>
        </a:p>
      </dgm:t>
    </dgm:pt>
    <dgm:pt modelId="{7A84E033-8B92-4E12-9A31-3FE5A575D33C}">
      <dgm:prSet/>
      <dgm:spPr/>
      <dgm:t>
        <a:bodyPr/>
        <a:lstStyle/>
        <a:p>
          <a:r>
            <a:rPr lang="en-US"/>
            <a:t>• No built-in search or insert/delete support</a:t>
          </a:r>
        </a:p>
      </dgm:t>
    </dgm:pt>
    <dgm:pt modelId="{1D8F6AC6-7BB4-4488-B763-5CEDB2EF9C25}" type="parTrans" cxnId="{4AE14B7A-D122-4833-883D-A7EEDA2E5D63}">
      <dgm:prSet/>
      <dgm:spPr/>
      <dgm:t>
        <a:bodyPr/>
        <a:lstStyle/>
        <a:p>
          <a:endParaRPr lang="en-US"/>
        </a:p>
      </dgm:t>
    </dgm:pt>
    <dgm:pt modelId="{5AD2E8F7-D607-4307-A859-4CD60F4DAECF}" type="sibTrans" cxnId="{4AE14B7A-D122-4833-883D-A7EEDA2E5D63}">
      <dgm:prSet/>
      <dgm:spPr/>
      <dgm:t>
        <a:bodyPr/>
        <a:lstStyle/>
        <a:p>
          <a:endParaRPr lang="en-US"/>
        </a:p>
      </dgm:t>
    </dgm:pt>
    <dgm:pt modelId="{60F88BE8-3F27-4F5C-8873-049EAA4705D6}" type="pres">
      <dgm:prSet presAssocID="{AD0E671B-BFCA-4E2F-ACA5-6E7575F33BED}" presName="diagram" presStyleCnt="0">
        <dgm:presLayoutVars>
          <dgm:dir/>
          <dgm:resizeHandles val="exact"/>
        </dgm:presLayoutVars>
      </dgm:prSet>
      <dgm:spPr/>
    </dgm:pt>
    <dgm:pt modelId="{4B623751-CA57-4579-9988-247FACF7445F}" type="pres">
      <dgm:prSet presAssocID="{E0BF5D97-2BEE-4209-8BC2-818E76DCE12E}" presName="node" presStyleLbl="node1" presStyleIdx="0" presStyleCnt="2">
        <dgm:presLayoutVars>
          <dgm:bulletEnabled val="1"/>
        </dgm:presLayoutVars>
      </dgm:prSet>
      <dgm:spPr/>
    </dgm:pt>
    <dgm:pt modelId="{301A98E3-5667-4C3C-8FEB-097025E45236}" type="pres">
      <dgm:prSet presAssocID="{ECF6F806-F8E3-4B2D-AB3C-EEFBB79B5281}" presName="sibTrans" presStyleCnt="0"/>
      <dgm:spPr/>
    </dgm:pt>
    <dgm:pt modelId="{5E9BAB9B-2D0E-44D5-AA9E-898945965A40}" type="pres">
      <dgm:prSet presAssocID="{7A84E033-8B92-4E12-9A31-3FE5A575D33C}" presName="node" presStyleLbl="node1" presStyleIdx="1" presStyleCnt="2">
        <dgm:presLayoutVars>
          <dgm:bulletEnabled val="1"/>
        </dgm:presLayoutVars>
      </dgm:prSet>
      <dgm:spPr/>
    </dgm:pt>
  </dgm:ptLst>
  <dgm:cxnLst>
    <dgm:cxn modelId="{2BCB170E-EA7A-44C8-906D-4C82C1184BDD}" srcId="{AD0E671B-BFCA-4E2F-ACA5-6E7575F33BED}" destId="{E0BF5D97-2BEE-4209-8BC2-818E76DCE12E}" srcOrd="0" destOrd="0" parTransId="{1DCF1383-9B7A-47CD-A8AE-85F4C56363E3}" sibTransId="{ECF6F806-F8E3-4B2D-AB3C-EEFBB79B5281}"/>
    <dgm:cxn modelId="{B584925B-B2C0-477C-8F40-B48BC5AAA499}" type="presOf" srcId="{AD0E671B-BFCA-4E2F-ACA5-6E7575F33BED}" destId="{60F88BE8-3F27-4F5C-8873-049EAA4705D6}" srcOrd="0" destOrd="0" presId="urn:microsoft.com/office/officeart/2005/8/layout/default"/>
    <dgm:cxn modelId="{4AE14B7A-D122-4833-883D-A7EEDA2E5D63}" srcId="{AD0E671B-BFCA-4E2F-ACA5-6E7575F33BED}" destId="{7A84E033-8B92-4E12-9A31-3FE5A575D33C}" srcOrd="1" destOrd="0" parTransId="{1D8F6AC6-7BB4-4488-B763-5CEDB2EF9C25}" sibTransId="{5AD2E8F7-D607-4307-A859-4CD60F4DAECF}"/>
    <dgm:cxn modelId="{62087CA6-7C17-4945-B831-787E3F4E7B64}" type="presOf" srcId="{E0BF5D97-2BEE-4209-8BC2-818E76DCE12E}" destId="{4B623751-CA57-4579-9988-247FACF7445F}" srcOrd="0" destOrd="0" presId="urn:microsoft.com/office/officeart/2005/8/layout/default"/>
    <dgm:cxn modelId="{9C5AE6E0-CC41-4C01-9A4D-E57FD5F5B8FE}" type="presOf" srcId="{7A84E033-8B92-4E12-9A31-3FE5A575D33C}" destId="{5E9BAB9B-2D0E-44D5-AA9E-898945965A40}" srcOrd="0" destOrd="0" presId="urn:microsoft.com/office/officeart/2005/8/layout/default"/>
    <dgm:cxn modelId="{D4B7BFC7-550C-465C-A51F-BF7134717379}" type="presParOf" srcId="{60F88BE8-3F27-4F5C-8873-049EAA4705D6}" destId="{4B623751-CA57-4579-9988-247FACF7445F}" srcOrd="0" destOrd="0" presId="urn:microsoft.com/office/officeart/2005/8/layout/default"/>
    <dgm:cxn modelId="{3FEEA14F-DD8F-47B8-B2E1-7387539EF690}" type="presParOf" srcId="{60F88BE8-3F27-4F5C-8873-049EAA4705D6}" destId="{301A98E3-5667-4C3C-8FEB-097025E45236}" srcOrd="1" destOrd="0" presId="urn:microsoft.com/office/officeart/2005/8/layout/default"/>
    <dgm:cxn modelId="{0806271D-F411-44C9-83E9-CF6759620B73}" type="presParOf" srcId="{60F88BE8-3F27-4F5C-8873-049EAA4705D6}" destId="{5E9BAB9B-2D0E-44D5-AA9E-898945965A40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E323D4-08FC-4DB0-BD8F-416B0FD4F19E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C870F50-D325-4752-A362-E11471E6ED15}">
      <dgm:prSet/>
      <dgm:spPr/>
      <dgm:t>
        <a:bodyPr/>
        <a:lstStyle/>
        <a:p>
          <a:r>
            <a:rPr lang="en-US"/>
            <a:t>✔ Arrays: Fast for access (O(1))</a:t>
          </a:r>
        </a:p>
      </dgm:t>
    </dgm:pt>
    <dgm:pt modelId="{777DB6EE-57DF-425C-944D-8F878AC3734E}" type="parTrans" cxnId="{B8A0CEBE-E7B8-4B8A-A8BB-04195E0C2DF0}">
      <dgm:prSet/>
      <dgm:spPr/>
      <dgm:t>
        <a:bodyPr/>
        <a:lstStyle/>
        <a:p>
          <a:endParaRPr lang="en-US"/>
        </a:p>
      </dgm:t>
    </dgm:pt>
    <dgm:pt modelId="{71DE1331-0D44-4603-9A03-DC329974ED43}" type="sibTrans" cxnId="{B8A0CEBE-E7B8-4B8A-A8BB-04195E0C2DF0}">
      <dgm:prSet/>
      <dgm:spPr/>
      <dgm:t>
        <a:bodyPr/>
        <a:lstStyle/>
        <a:p>
          <a:endParaRPr lang="en-US"/>
        </a:p>
      </dgm:t>
    </dgm:pt>
    <dgm:pt modelId="{5DE2D200-4E0E-46AF-961E-76DD062C2D0A}">
      <dgm:prSet/>
      <dgm:spPr/>
      <dgm:t>
        <a:bodyPr/>
        <a:lstStyle/>
        <a:p>
          <a:r>
            <a:rPr lang="en-US"/>
            <a:t>✘ Rigid, costly for insertion, deletion, resizing</a:t>
          </a:r>
        </a:p>
      </dgm:t>
    </dgm:pt>
    <dgm:pt modelId="{1A22AE7D-0FD8-4D87-A5BF-6E9B28A142E7}" type="parTrans" cxnId="{CAA9202E-5C03-4539-BF00-FD3A505858B3}">
      <dgm:prSet/>
      <dgm:spPr/>
      <dgm:t>
        <a:bodyPr/>
        <a:lstStyle/>
        <a:p>
          <a:endParaRPr lang="en-US"/>
        </a:p>
      </dgm:t>
    </dgm:pt>
    <dgm:pt modelId="{F3BF65C8-7277-46C0-9CF2-5D89BEF8F91B}" type="sibTrans" cxnId="{CAA9202E-5C03-4539-BF00-FD3A505858B3}">
      <dgm:prSet/>
      <dgm:spPr/>
      <dgm:t>
        <a:bodyPr/>
        <a:lstStyle/>
        <a:p>
          <a:endParaRPr lang="en-US"/>
        </a:p>
      </dgm:t>
    </dgm:pt>
    <dgm:pt modelId="{3F825E99-F929-4D75-8286-7E207B602E12}">
      <dgm:prSet/>
      <dgm:spPr/>
      <dgm:t>
        <a:bodyPr/>
        <a:lstStyle/>
        <a:p>
          <a:r>
            <a:rPr lang="en-US"/>
            <a:t>➡ Use when size is fixed and access is priority</a:t>
          </a:r>
        </a:p>
      </dgm:t>
    </dgm:pt>
    <dgm:pt modelId="{205E35B1-4700-4DB7-A345-1856D1758B0F}" type="parTrans" cxnId="{BE3BDAB6-1D3F-430F-8142-6FB4499EFBBD}">
      <dgm:prSet/>
      <dgm:spPr/>
      <dgm:t>
        <a:bodyPr/>
        <a:lstStyle/>
        <a:p>
          <a:endParaRPr lang="en-US"/>
        </a:p>
      </dgm:t>
    </dgm:pt>
    <dgm:pt modelId="{E5F7DD64-37F8-490C-9B02-6D05CC927BB3}" type="sibTrans" cxnId="{BE3BDAB6-1D3F-430F-8142-6FB4499EFBBD}">
      <dgm:prSet/>
      <dgm:spPr/>
      <dgm:t>
        <a:bodyPr/>
        <a:lstStyle/>
        <a:p>
          <a:endParaRPr lang="en-US"/>
        </a:p>
      </dgm:t>
    </dgm:pt>
    <dgm:pt modelId="{05B94EE3-7672-4492-B2F9-4812E30BB6E5}" type="pres">
      <dgm:prSet presAssocID="{7BE323D4-08FC-4DB0-BD8F-416B0FD4F19E}" presName="diagram" presStyleCnt="0">
        <dgm:presLayoutVars>
          <dgm:dir/>
          <dgm:resizeHandles val="exact"/>
        </dgm:presLayoutVars>
      </dgm:prSet>
      <dgm:spPr/>
    </dgm:pt>
    <dgm:pt modelId="{326E6287-C93F-4618-8075-D176633056F1}" type="pres">
      <dgm:prSet presAssocID="{7C870F50-D325-4752-A362-E11471E6ED15}" presName="node" presStyleLbl="node1" presStyleIdx="0" presStyleCnt="3">
        <dgm:presLayoutVars>
          <dgm:bulletEnabled val="1"/>
        </dgm:presLayoutVars>
      </dgm:prSet>
      <dgm:spPr/>
    </dgm:pt>
    <dgm:pt modelId="{D3C9CA59-E8D5-4314-9006-44DF53A25C4D}" type="pres">
      <dgm:prSet presAssocID="{71DE1331-0D44-4603-9A03-DC329974ED43}" presName="sibTrans" presStyleCnt="0"/>
      <dgm:spPr/>
    </dgm:pt>
    <dgm:pt modelId="{425305A6-BAB1-43AD-8304-B0F4C799E4F7}" type="pres">
      <dgm:prSet presAssocID="{5DE2D200-4E0E-46AF-961E-76DD062C2D0A}" presName="node" presStyleLbl="node1" presStyleIdx="1" presStyleCnt="3">
        <dgm:presLayoutVars>
          <dgm:bulletEnabled val="1"/>
        </dgm:presLayoutVars>
      </dgm:prSet>
      <dgm:spPr/>
    </dgm:pt>
    <dgm:pt modelId="{DDBB7012-D3B8-4866-99DD-90B498874D38}" type="pres">
      <dgm:prSet presAssocID="{F3BF65C8-7277-46C0-9CF2-5D89BEF8F91B}" presName="sibTrans" presStyleCnt="0"/>
      <dgm:spPr/>
    </dgm:pt>
    <dgm:pt modelId="{E30BB55E-23D0-4558-8BE8-B3BDA474ABC8}" type="pres">
      <dgm:prSet presAssocID="{3F825E99-F929-4D75-8286-7E207B602E12}" presName="node" presStyleLbl="node1" presStyleIdx="2" presStyleCnt="3">
        <dgm:presLayoutVars>
          <dgm:bulletEnabled val="1"/>
        </dgm:presLayoutVars>
      </dgm:prSet>
      <dgm:spPr/>
    </dgm:pt>
  </dgm:ptLst>
  <dgm:cxnLst>
    <dgm:cxn modelId="{CAA9202E-5C03-4539-BF00-FD3A505858B3}" srcId="{7BE323D4-08FC-4DB0-BD8F-416B0FD4F19E}" destId="{5DE2D200-4E0E-46AF-961E-76DD062C2D0A}" srcOrd="1" destOrd="0" parTransId="{1A22AE7D-0FD8-4D87-A5BF-6E9B28A142E7}" sibTransId="{F3BF65C8-7277-46C0-9CF2-5D89BEF8F91B}"/>
    <dgm:cxn modelId="{4E609E35-7EC1-4586-A711-9A2EA699BBBC}" type="presOf" srcId="{7C870F50-D325-4752-A362-E11471E6ED15}" destId="{326E6287-C93F-4618-8075-D176633056F1}" srcOrd="0" destOrd="0" presId="urn:microsoft.com/office/officeart/2005/8/layout/default"/>
    <dgm:cxn modelId="{69080046-E1E5-414B-AC0E-B12BE69D9F38}" type="presOf" srcId="{5DE2D200-4E0E-46AF-961E-76DD062C2D0A}" destId="{425305A6-BAB1-43AD-8304-B0F4C799E4F7}" srcOrd="0" destOrd="0" presId="urn:microsoft.com/office/officeart/2005/8/layout/default"/>
    <dgm:cxn modelId="{BE3BDAB6-1D3F-430F-8142-6FB4499EFBBD}" srcId="{7BE323D4-08FC-4DB0-BD8F-416B0FD4F19E}" destId="{3F825E99-F929-4D75-8286-7E207B602E12}" srcOrd="2" destOrd="0" parTransId="{205E35B1-4700-4DB7-A345-1856D1758B0F}" sibTransId="{E5F7DD64-37F8-490C-9B02-6D05CC927BB3}"/>
    <dgm:cxn modelId="{3F148CBE-4FBF-4F2D-91C5-C88B3E2F07B7}" type="presOf" srcId="{3F825E99-F929-4D75-8286-7E207B602E12}" destId="{E30BB55E-23D0-4558-8BE8-B3BDA474ABC8}" srcOrd="0" destOrd="0" presId="urn:microsoft.com/office/officeart/2005/8/layout/default"/>
    <dgm:cxn modelId="{B8A0CEBE-E7B8-4B8A-A8BB-04195E0C2DF0}" srcId="{7BE323D4-08FC-4DB0-BD8F-416B0FD4F19E}" destId="{7C870F50-D325-4752-A362-E11471E6ED15}" srcOrd="0" destOrd="0" parTransId="{777DB6EE-57DF-425C-944D-8F878AC3734E}" sibTransId="{71DE1331-0D44-4603-9A03-DC329974ED43}"/>
    <dgm:cxn modelId="{5D3C12EC-2393-40EC-80F3-9A2EDFF23BEA}" type="presOf" srcId="{7BE323D4-08FC-4DB0-BD8F-416B0FD4F19E}" destId="{05B94EE3-7672-4492-B2F9-4812E30BB6E5}" srcOrd="0" destOrd="0" presId="urn:microsoft.com/office/officeart/2005/8/layout/default"/>
    <dgm:cxn modelId="{4E2BF3FC-5933-4BEB-9585-3427160F8639}" type="presParOf" srcId="{05B94EE3-7672-4492-B2F9-4812E30BB6E5}" destId="{326E6287-C93F-4618-8075-D176633056F1}" srcOrd="0" destOrd="0" presId="urn:microsoft.com/office/officeart/2005/8/layout/default"/>
    <dgm:cxn modelId="{DA44FB13-E552-4017-BCB7-34DB649EA69F}" type="presParOf" srcId="{05B94EE3-7672-4492-B2F9-4812E30BB6E5}" destId="{D3C9CA59-E8D5-4314-9006-44DF53A25C4D}" srcOrd="1" destOrd="0" presId="urn:microsoft.com/office/officeart/2005/8/layout/default"/>
    <dgm:cxn modelId="{47CCBB68-38E9-400C-AE8A-8383541E2AAB}" type="presParOf" srcId="{05B94EE3-7672-4492-B2F9-4812E30BB6E5}" destId="{425305A6-BAB1-43AD-8304-B0F4C799E4F7}" srcOrd="2" destOrd="0" presId="urn:microsoft.com/office/officeart/2005/8/layout/default"/>
    <dgm:cxn modelId="{5DBC0B04-986F-4F7F-875D-7DF53F8520CD}" type="presParOf" srcId="{05B94EE3-7672-4492-B2F9-4812E30BB6E5}" destId="{DDBB7012-D3B8-4866-99DD-90B498874D38}" srcOrd="3" destOrd="0" presId="urn:microsoft.com/office/officeart/2005/8/layout/default"/>
    <dgm:cxn modelId="{BB588B52-6E78-4DC8-A31A-74C9DA0EB1BA}" type="presParOf" srcId="{05B94EE3-7672-4492-B2F9-4812E30BB6E5}" destId="{E30BB55E-23D0-4558-8BE8-B3BDA474ABC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7DF0A-1760-484B-8F67-1F9257A9B6F8}">
      <dsp:nvSpPr>
        <dsp:cNvPr id="0" name=""/>
        <dsp:cNvSpPr/>
      </dsp:nvSpPr>
      <dsp:spPr>
        <a:xfrm>
          <a:off x="997" y="769736"/>
          <a:ext cx="3631313" cy="1815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Once declared, array size cannot be changed</a:t>
          </a:r>
        </a:p>
      </dsp:txBody>
      <dsp:txXfrm>
        <a:off x="54176" y="822915"/>
        <a:ext cx="3524955" cy="1709298"/>
      </dsp:txXfrm>
    </dsp:sp>
    <dsp:sp modelId="{E693E45F-C719-480C-9349-56205D7B9C30}">
      <dsp:nvSpPr>
        <dsp:cNvPr id="0" name=""/>
        <dsp:cNvSpPr/>
      </dsp:nvSpPr>
      <dsp:spPr>
        <a:xfrm>
          <a:off x="4540139" y="769736"/>
          <a:ext cx="3631313" cy="18156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Wastage if too large, shortage if too small</a:t>
          </a:r>
        </a:p>
      </dsp:txBody>
      <dsp:txXfrm>
        <a:off x="4593318" y="822915"/>
        <a:ext cx="3524955" cy="1709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CC83F1-CAAC-4310-B6FC-AE94167C3A8F}">
      <dsp:nvSpPr>
        <dsp:cNvPr id="0" name=""/>
        <dsp:cNvSpPr/>
      </dsp:nvSpPr>
      <dsp:spPr>
        <a:xfrm>
          <a:off x="0" y="545208"/>
          <a:ext cx="8172450" cy="10065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44DA7-934B-4BEB-AA4C-088F2C6F333A}">
      <dsp:nvSpPr>
        <dsp:cNvPr id="0" name=""/>
        <dsp:cNvSpPr/>
      </dsp:nvSpPr>
      <dsp:spPr>
        <a:xfrm>
          <a:off x="304478" y="771679"/>
          <a:ext cx="553596" cy="5535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03388-2371-4C95-B749-104B966B1F8A}">
      <dsp:nvSpPr>
        <dsp:cNvPr id="0" name=""/>
        <dsp:cNvSpPr/>
      </dsp:nvSpPr>
      <dsp:spPr>
        <a:xfrm>
          <a:off x="1162552" y="545208"/>
          <a:ext cx="7009897" cy="1006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525" tIns="106525" rIns="106525" bIns="10652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Arrays need continuous memory blocks</a:t>
          </a:r>
        </a:p>
      </dsp:txBody>
      <dsp:txXfrm>
        <a:off x="1162552" y="545208"/>
        <a:ext cx="7009897" cy="1006539"/>
      </dsp:txXfrm>
    </dsp:sp>
    <dsp:sp modelId="{FA20B459-1087-45DA-9D33-19B1E314CC20}">
      <dsp:nvSpPr>
        <dsp:cNvPr id="0" name=""/>
        <dsp:cNvSpPr/>
      </dsp:nvSpPr>
      <dsp:spPr>
        <a:xfrm>
          <a:off x="0" y="1803382"/>
          <a:ext cx="8172450" cy="10065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DA1E9-0D5D-4107-9DDA-85025A78588A}">
      <dsp:nvSpPr>
        <dsp:cNvPr id="0" name=""/>
        <dsp:cNvSpPr/>
      </dsp:nvSpPr>
      <dsp:spPr>
        <a:xfrm>
          <a:off x="304478" y="2029853"/>
          <a:ext cx="553596" cy="5535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14D81-837C-48CD-8130-BEE01D005378}">
      <dsp:nvSpPr>
        <dsp:cNvPr id="0" name=""/>
        <dsp:cNvSpPr/>
      </dsp:nvSpPr>
      <dsp:spPr>
        <a:xfrm>
          <a:off x="1162552" y="1803382"/>
          <a:ext cx="7009897" cy="1006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525" tIns="106525" rIns="106525" bIns="10652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Large arrays may fail if memory is fragmented</a:t>
          </a:r>
        </a:p>
      </dsp:txBody>
      <dsp:txXfrm>
        <a:off x="1162552" y="1803382"/>
        <a:ext cx="7009897" cy="10065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83DE0-6E93-4481-BF56-1EB9892BE047}">
      <dsp:nvSpPr>
        <dsp:cNvPr id="0" name=""/>
        <dsp:cNvSpPr/>
      </dsp:nvSpPr>
      <dsp:spPr>
        <a:xfrm>
          <a:off x="997" y="380991"/>
          <a:ext cx="3501623" cy="22235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FC1A0-F965-4FE5-9B39-FD4DC43EE8BD}">
      <dsp:nvSpPr>
        <dsp:cNvPr id="0" name=""/>
        <dsp:cNvSpPr/>
      </dsp:nvSpPr>
      <dsp:spPr>
        <a:xfrm>
          <a:off x="390066" y="750607"/>
          <a:ext cx="3501623" cy="22235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Inserting or deleting requires shifting elements</a:t>
          </a:r>
        </a:p>
      </dsp:txBody>
      <dsp:txXfrm>
        <a:off x="455191" y="815732"/>
        <a:ext cx="3371373" cy="2093280"/>
      </dsp:txXfrm>
    </dsp:sp>
    <dsp:sp modelId="{E9A64BDE-7A0B-47E8-A788-2CCCABD4B5C2}">
      <dsp:nvSpPr>
        <dsp:cNvPr id="0" name=""/>
        <dsp:cNvSpPr/>
      </dsp:nvSpPr>
      <dsp:spPr>
        <a:xfrm>
          <a:off x="4280759" y="380991"/>
          <a:ext cx="3501623" cy="22235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D38A5-A8B9-4C8B-B375-0C5C65006893}">
      <dsp:nvSpPr>
        <dsp:cNvPr id="0" name=""/>
        <dsp:cNvSpPr/>
      </dsp:nvSpPr>
      <dsp:spPr>
        <a:xfrm>
          <a:off x="4669828" y="750607"/>
          <a:ext cx="3501623" cy="22235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Operations like insert at beginning take O(n) time</a:t>
          </a:r>
        </a:p>
      </dsp:txBody>
      <dsp:txXfrm>
        <a:off x="4734953" y="815732"/>
        <a:ext cx="3371373" cy="20932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4137C-1CB2-4023-8C96-F7DACD08C3FF}">
      <dsp:nvSpPr>
        <dsp:cNvPr id="0" name=""/>
        <dsp:cNvSpPr/>
      </dsp:nvSpPr>
      <dsp:spPr>
        <a:xfrm>
          <a:off x="0" y="18324"/>
          <a:ext cx="8172450" cy="1595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Extra allocated slots remain unused</a:t>
          </a:r>
        </a:p>
      </dsp:txBody>
      <dsp:txXfrm>
        <a:off x="77904" y="96228"/>
        <a:ext cx="8016642" cy="1440072"/>
      </dsp:txXfrm>
    </dsp:sp>
    <dsp:sp modelId="{250D4ABD-39E6-44DD-995C-5DDE6972E77A}">
      <dsp:nvSpPr>
        <dsp:cNvPr id="0" name=""/>
        <dsp:cNvSpPr/>
      </dsp:nvSpPr>
      <dsp:spPr>
        <a:xfrm>
          <a:off x="0" y="1740925"/>
          <a:ext cx="8172450" cy="1595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Example: Array of size 100 but only 20 used</a:t>
          </a:r>
        </a:p>
      </dsp:txBody>
      <dsp:txXfrm>
        <a:off x="77904" y="1818829"/>
        <a:ext cx="8016642" cy="14400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28741-4E44-4CEA-993B-019386E938F0}">
      <dsp:nvSpPr>
        <dsp:cNvPr id="0" name=""/>
        <dsp:cNvSpPr/>
      </dsp:nvSpPr>
      <dsp:spPr>
        <a:xfrm>
          <a:off x="1174443" y="12564"/>
          <a:ext cx="1990125" cy="19901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B014D3-113F-48F2-9179-76E874FA2D62}">
      <dsp:nvSpPr>
        <dsp:cNvPr id="0" name=""/>
        <dsp:cNvSpPr/>
      </dsp:nvSpPr>
      <dsp:spPr>
        <a:xfrm>
          <a:off x="1598568" y="436689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17C3DB-E6D0-4E92-A8E8-91963A9B749E}">
      <dsp:nvSpPr>
        <dsp:cNvPr id="0" name=""/>
        <dsp:cNvSpPr/>
      </dsp:nvSpPr>
      <dsp:spPr>
        <a:xfrm>
          <a:off x="538256" y="2622565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• All elements must be of same type</a:t>
          </a:r>
        </a:p>
      </dsp:txBody>
      <dsp:txXfrm>
        <a:off x="538256" y="2622565"/>
        <a:ext cx="3262500" cy="720000"/>
      </dsp:txXfrm>
    </dsp:sp>
    <dsp:sp modelId="{F0A996FE-3880-4460-93D0-BAB142EC31CE}">
      <dsp:nvSpPr>
        <dsp:cNvPr id="0" name=""/>
        <dsp:cNvSpPr/>
      </dsp:nvSpPr>
      <dsp:spPr>
        <a:xfrm>
          <a:off x="5007881" y="12564"/>
          <a:ext cx="1990125" cy="19901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4DD4D-4C26-4B54-B54A-818721E8A028}">
      <dsp:nvSpPr>
        <dsp:cNvPr id="0" name=""/>
        <dsp:cNvSpPr/>
      </dsp:nvSpPr>
      <dsp:spPr>
        <a:xfrm>
          <a:off x="5432006" y="436689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1A63E0-EEBD-441F-9BB7-B38EB1B1B665}">
      <dsp:nvSpPr>
        <dsp:cNvPr id="0" name=""/>
        <dsp:cNvSpPr/>
      </dsp:nvSpPr>
      <dsp:spPr>
        <a:xfrm>
          <a:off x="4371693" y="2622565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• Cannot mix int, string, float, etc.</a:t>
          </a:r>
        </a:p>
      </dsp:txBody>
      <dsp:txXfrm>
        <a:off x="4371693" y="2622565"/>
        <a:ext cx="32625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23751-CA57-4579-9988-247FACF7445F}">
      <dsp:nvSpPr>
        <dsp:cNvPr id="0" name=""/>
        <dsp:cNvSpPr/>
      </dsp:nvSpPr>
      <dsp:spPr>
        <a:xfrm>
          <a:off x="997" y="510357"/>
          <a:ext cx="3890692" cy="233441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No auto-resizing</a:t>
          </a:r>
        </a:p>
      </dsp:txBody>
      <dsp:txXfrm>
        <a:off x="997" y="510357"/>
        <a:ext cx="3890692" cy="2334415"/>
      </dsp:txXfrm>
    </dsp:sp>
    <dsp:sp modelId="{5E9BAB9B-2D0E-44D5-AA9E-898945965A40}">
      <dsp:nvSpPr>
        <dsp:cNvPr id="0" name=""/>
        <dsp:cNvSpPr/>
      </dsp:nvSpPr>
      <dsp:spPr>
        <a:xfrm>
          <a:off x="4280759" y="510357"/>
          <a:ext cx="3890692" cy="2334415"/>
        </a:xfrm>
        <a:prstGeom prst="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No built-in search or insert/delete support</a:t>
          </a:r>
        </a:p>
      </dsp:txBody>
      <dsp:txXfrm>
        <a:off x="4280759" y="510357"/>
        <a:ext cx="3890692" cy="23344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E6287-C93F-4618-8075-D176633056F1}">
      <dsp:nvSpPr>
        <dsp:cNvPr id="0" name=""/>
        <dsp:cNvSpPr/>
      </dsp:nvSpPr>
      <dsp:spPr>
        <a:xfrm>
          <a:off x="1379499" y="1973"/>
          <a:ext cx="2577833" cy="15467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✔ Arrays: Fast for access (O(1))</a:t>
          </a:r>
        </a:p>
      </dsp:txBody>
      <dsp:txXfrm>
        <a:off x="1379499" y="1973"/>
        <a:ext cx="2577833" cy="1546700"/>
      </dsp:txXfrm>
    </dsp:sp>
    <dsp:sp modelId="{425305A6-BAB1-43AD-8304-B0F4C799E4F7}">
      <dsp:nvSpPr>
        <dsp:cNvPr id="0" name=""/>
        <dsp:cNvSpPr/>
      </dsp:nvSpPr>
      <dsp:spPr>
        <a:xfrm>
          <a:off x="4215116" y="1973"/>
          <a:ext cx="2577833" cy="1546700"/>
        </a:xfrm>
        <a:prstGeom prst="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✘ Rigid, costly for insertion, deletion, resizing</a:t>
          </a:r>
        </a:p>
      </dsp:txBody>
      <dsp:txXfrm>
        <a:off x="4215116" y="1973"/>
        <a:ext cx="2577833" cy="1546700"/>
      </dsp:txXfrm>
    </dsp:sp>
    <dsp:sp modelId="{E30BB55E-23D0-4558-8BE8-B3BDA474ABC8}">
      <dsp:nvSpPr>
        <dsp:cNvPr id="0" name=""/>
        <dsp:cNvSpPr/>
      </dsp:nvSpPr>
      <dsp:spPr>
        <a:xfrm>
          <a:off x="2797308" y="1806456"/>
          <a:ext cx="2577833" cy="1546700"/>
        </a:xfrm>
        <a:prstGeom prst="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➡ Use when size is fixed and access is priority</a:t>
          </a:r>
        </a:p>
      </dsp:txBody>
      <dsp:txXfrm>
        <a:off x="2797308" y="1806456"/>
        <a:ext cx="2577833" cy="1546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E8EE6-8B08-44CB-81D7-2865068763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C105B-54BC-4F8A-A2CC-321853AA1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6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Contiguous memory refers to a single, unbroken block of memory allocated to a process, where all the addresses are sequential and adjacent. It’s one of the oldest and simplest memory allocation techniques used in operating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C105B-54BC-4F8A-A2CC-321853AA1C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68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C105B-54BC-4F8A-A2CC-321853AA1C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19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52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2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33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1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5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16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88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91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57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48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04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87DED590-291C-4D46-BBE6-EE5F0C44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81EC9D6-90B6-4037-BCD1-DF32371E2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474" y="486184"/>
            <a:ext cx="2436391" cy="58856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363" y="858475"/>
            <a:ext cx="1972296" cy="5141050"/>
          </a:xfrm>
        </p:spPr>
        <p:txBody>
          <a:bodyPr>
            <a:normAutofit/>
          </a:bodyPr>
          <a:lstStyle/>
          <a:p>
            <a:pPr algn="r"/>
            <a:r>
              <a:rPr lang="en-US" sz="2100">
                <a:solidFill>
                  <a:schemeClr val="bg1"/>
                </a:solidFill>
              </a:rPr>
              <a:t>Instructor: Nauman Khan</a:t>
            </a:r>
          </a:p>
        </p:txBody>
      </p:sp>
      <p:pic>
        <p:nvPicPr>
          <p:cNvPr id="4" name="Picture 3" descr="A picture containing drawing, room&#10;&#10;Description automatically generated">
            <a:extLst>
              <a:ext uri="{FF2B5EF4-FFF2-40B4-BE49-F238E27FC236}">
                <a16:creationId xmlns:a16="http://schemas.microsoft.com/office/drawing/2014/main" id="{23323DBE-5893-E07B-8D7B-D5348F6D4E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1"/>
          <a:stretch>
            <a:fillRect/>
          </a:stretch>
        </p:blipFill>
        <p:spPr>
          <a:xfrm>
            <a:off x="2923308" y="486184"/>
            <a:ext cx="5846042" cy="5885632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09DFC1FD-759F-47F1-B791-6DD75BB7F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3308" y="486184"/>
            <a:ext cx="5846042" cy="5885631"/>
          </a:xfrm>
          <a:prstGeom prst="rect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4719" y="858475"/>
            <a:ext cx="5238344" cy="5141050"/>
          </a:xfrm>
        </p:spPr>
        <p:txBody>
          <a:bodyPr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Introduction to DSA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Array?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4CA197-0230-3941-0446-3D43BBFF9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t="2929" b="9735"/>
          <a:stretch>
            <a:fillRect/>
          </a:stretch>
        </p:blipFill>
        <p:spPr>
          <a:xfrm>
            <a:off x="1263358" y="640080"/>
            <a:ext cx="6612931" cy="3306457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60C704-15A5-2024-4D48-CA65955B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88F374-0595-1A35-5584-2A97E7BC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Array?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061CC0-BF7D-0D1B-3D63-CEC6724C61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00" b="-1"/>
          <a:stretch>
            <a:fillRect/>
          </a:stretch>
        </p:blipFill>
        <p:spPr>
          <a:xfrm>
            <a:off x="2293" y="43185"/>
            <a:ext cx="9141707" cy="4570899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ED42AB78-4995-EB99-5B87-5D2103DBF5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02D1A943-D473-0D90-DB2D-5133F705D6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2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8ECFA-9294-E0E8-A9FA-7D97EC0C9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31F9F-3652-1901-E9CC-8AEA099FB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Array Length?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445F-A65C-8B72-B46F-175BD024F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" y="16396"/>
            <a:ext cx="9146285" cy="4539207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F4B0CF73-447E-2B8B-AB7E-B23D35951D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100F02FF-CA59-382F-0F64-818392ADBF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0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98B81-1BD3-1052-411A-9083CCB5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21F4D-53EB-457D-9A43-0879AC03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CALCULATE Memory ARRAY ADDRESS</a:t>
            </a:r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25A61F-F558-D144-2A08-1375F92B58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486"/>
          <a:stretch>
            <a:fillRect/>
          </a:stretch>
        </p:blipFill>
        <p:spPr>
          <a:xfrm>
            <a:off x="164421" y="834992"/>
            <a:ext cx="4172051" cy="2926079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608B08D-9DDB-68BF-6EC7-3B560FBB86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524" t="-4134" r="8068" b="13284"/>
          <a:stretch>
            <a:fillRect/>
          </a:stretch>
        </p:blipFill>
        <p:spPr>
          <a:xfrm>
            <a:off x="4456212" y="795410"/>
            <a:ext cx="4643095" cy="2633590"/>
          </a:xfrm>
          <a:prstGeom prst="rect">
            <a:avLst/>
          </a:prstGeom>
        </p:spPr>
      </p:pic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17FD2DA6-DB7E-2933-F8FB-C7B3C18B54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50D7286F-D32E-DFCA-A780-4B7D300ED2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6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718EA-0298-7E9B-2C53-7EF46FE1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F8B3D-DCBB-4C0B-E39D-CC0ABA40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Array 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E38311-B598-AEDB-AE8B-A77342712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2" b="97185" l="221" r="98015">
                        <a14:foregroundMark x1="21765" y1="41823" x2="42132" y2="19169"/>
                        <a14:foregroundMark x1="42132" y1="19169" x2="72279" y2="13137"/>
                        <a14:foregroundMark x1="72279" y1="13137" x2="73235" y2="13405"/>
                        <a14:foregroundMark x1="69191" y1="23592" x2="69044" y2="63807"/>
                        <a14:foregroundMark x1="69044" y1="63807" x2="56912" y2="92359"/>
                        <a14:foregroundMark x1="56912" y1="92359" x2="2426" y2="70375"/>
                        <a14:foregroundMark x1="2426" y1="70375" x2="294" y2="68365"/>
                        <a14:foregroundMark x1="1103" y1="20912" x2="56103" y2="8847"/>
                        <a14:foregroundMark x1="56103" y1="8847" x2="80221" y2="15013"/>
                        <a14:foregroundMark x1="80221" y1="15013" x2="98088" y2="31903"/>
                        <a14:foregroundMark x1="98088" y1="31903" x2="96765" y2="39142"/>
                        <a14:foregroundMark x1="98529" y1="69973" x2="32426" y2="94370"/>
                        <a14:foregroundMark x1="32426" y1="94370" x2="29338" y2="97319"/>
                        <a14:foregroundMark x1="10221" y1="12601" x2="30662" y2="10188"/>
                        <a14:foregroundMark x1="30662" y1="10188" x2="97794" y2="16756"/>
                        <a14:foregroundMark x1="18015" y1="402" x2="63456" y2="10590"/>
                        <a14:foregroundMark x1="37794" y1="66086" x2="46544" y2="66086"/>
                      </a14:backgroundRemoval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t="4218"/>
          <a:stretch>
            <a:fillRect/>
          </a:stretch>
        </p:blipFill>
        <p:spPr>
          <a:xfrm>
            <a:off x="367762" y="161190"/>
            <a:ext cx="8103675" cy="4249620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C872B62C-0D68-ABC3-70E6-A2A00876B5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A322B489-325C-6D01-9996-A58F822D4C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2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DCA7A-A7F2-10C5-1036-FF660A5F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E0A4A-ED72-1958-AD84-C248C998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Array 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E9FB6-9C4C-902C-5A61-9307EF23F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92" b="99330" l="221" r="99559">
                        <a14:foregroundMark x1="68382" y1="6434" x2="51544" y2="57105"/>
                        <a14:foregroundMark x1="51544" y1="57105" x2="34485" y2="68097"/>
                        <a14:foregroundMark x1="34485" y1="68097" x2="25147" y2="58177"/>
                        <a14:foregroundMark x1="25147" y1="58177" x2="20588" y2="42895"/>
                        <a14:foregroundMark x1="20588" y1="42895" x2="20588" y2="40080"/>
                        <a14:foregroundMark x1="20588" y1="40080" x2="10221" y2="5630"/>
                        <a14:foregroundMark x1="10221" y1="5630" x2="3235" y2="4692"/>
                        <a14:foregroundMark x1="3235" y1="4692" x2="221" y2="6434"/>
                        <a14:foregroundMark x1="98309" y1="4960" x2="89706" y2="67426"/>
                        <a14:foregroundMark x1="89706" y1="67426" x2="91176" y2="79491"/>
                        <a14:foregroundMark x1="91176" y1="79491" x2="99044" y2="82842"/>
                        <a14:foregroundMark x1="99044" y1="82842" x2="99559" y2="82574"/>
                        <a14:foregroundMark x1="90441" y1="84316" x2="67574" y2="99330"/>
                        <a14:foregroundMark x1="67574" y1="99330" x2="45147" y2="95308"/>
                      </a14:backgroundRemoval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t="4218"/>
          <a:stretch>
            <a:fillRect/>
          </a:stretch>
        </p:blipFill>
        <p:spPr>
          <a:xfrm>
            <a:off x="342900" y="197762"/>
            <a:ext cx="7964191" cy="4176474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73F28018-D2D2-DDAD-86B4-DD36888867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B34FDDAC-2394-5002-2425-7ABA3F076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9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BE67B-B86E-A845-2CD2-9C11969A9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F8461-8804-EECA-5273-15FCEF6C1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ARRAY TRAVERSAL</a:t>
            </a:r>
          </a:p>
        </p:txBody>
      </p:sp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5DE594-B9F2-9A07-66AA-05DB79CCB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311" y="905944"/>
            <a:ext cx="4026789" cy="2675456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7EA23F1-BA40-146E-4F77-A1D0E371F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t="14256" r="6148"/>
          <a:stretch>
            <a:fillRect/>
          </a:stretch>
        </p:blipFill>
        <p:spPr>
          <a:xfrm>
            <a:off x="208130" y="1023256"/>
            <a:ext cx="3759572" cy="2558143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5E6B2CF7-C237-1AAE-6E76-3F0B2B1226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BD759939-3EE7-E810-A1E4-0A8256FACF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8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FE6F5-B81F-D349-668F-CAA241BEF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4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65837-44DA-F39F-4F4F-EE5070F4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ARRAY Insertion AT BEGINNING</a:t>
            </a:r>
          </a:p>
        </p:txBody>
      </p:sp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D54DD-AD5D-99CA-978A-2E873CF24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9064" r="13015" b="-4"/>
          <a:stretch>
            <a:fillRect/>
          </a:stretch>
        </p:blipFill>
        <p:spPr>
          <a:xfrm>
            <a:off x="264867" y="448147"/>
            <a:ext cx="4154733" cy="3676998"/>
          </a:xfrm>
          <a:prstGeom prst="rect">
            <a:avLst/>
          </a:prstGeom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161BEDC-5094-8656-CB0B-49E1DE0351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02" r="15809" b="3"/>
          <a:stretch>
            <a:fillRect/>
          </a:stretch>
        </p:blipFill>
        <p:spPr>
          <a:xfrm>
            <a:off x="4849905" y="101055"/>
            <a:ext cx="3876828" cy="4345827"/>
          </a:xfrm>
          <a:prstGeom prst="rect">
            <a:avLst/>
          </a:prstGeom>
        </p:spPr>
      </p:pic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A04BB864-BFA0-0680-054B-0729B4BA39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B03CD107-BB31-6B4F-8E42-375EE94D75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2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8501E-296A-0BC3-47F0-56FE99B9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5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8C74A-8CF6-3EDB-0D52-985F2A89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ARRAY Insertion AT ANY POSITION</a:t>
            </a:r>
          </a:p>
        </p:txBody>
      </p:sp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2DAEF2-F448-9ACC-50DD-139D1289F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t="5584" r="12105" b="2"/>
          <a:stretch>
            <a:fillRect/>
          </a:stretch>
        </p:blipFill>
        <p:spPr>
          <a:xfrm>
            <a:off x="3410" y="123986"/>
            <a:ext cx="4511692" cy="4047845"/>
          </a:xfrm>
          <a:prstGeom prst="rect">
            <a:avLst/>
          </a:prstGeom>
        </p:spPr>
      </p:pic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91BAAF7-1D29-484F-1660-B264E9B6E4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9" r="18491" b="5"/>
          <a:stretch>
            <a:fillRect/>
          </a:stretch>
        </p:blipFill>
        <p:spPr>
          <a:xfrm>
            <a:off x="4933698" y="-7248"/>
            <a:ext cx="4026781" cy="4610560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402B9E00-80EA-5556-A10F-173A2AB2E1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7725DD85-A04D-B508-4579-D0CB5C0D48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0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5A519-C22D-51D2-D578-DBF5C605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5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43135-DCA7-F4C5-4414-169657B7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ARRAY Insertion AT END</a:t>
            </a:r>
          </a:p>
        </p:txBody>
      </p:sp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2EF5555-BA48-F683-B58B-84C344C6B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666" y="117094"/>
            <a:ext cx="4610070" cy="4054738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37C24432-94EB-1E6A-4B1D-84D684BBD0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91C456E1-7031-1D33-24BB-D605561D36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010620-5FE7-E626-C9E2-05C5C3595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l="-788" t="10081" r="11650" b="1446"/>
          <a:stretch>
            <a:fillRect/>
          </a:stretch>
        </p:blipFill>
        <p:spPr>
          <a:xfrm>
            <a:off x="87225" y="434824"/>
            <a:ext cx="4395823" cy="387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2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8BAE5-07D0-55CD-D4A8-F1F22D914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2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EA34F-475A-632A-4B20-E3FCFC17E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ARRAY Insertion AT END</a:t>
            </a:r>
          </a:p>
        </p:txBody>
      </p: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751B67-C66B-F5A6-0646-36E32024E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t="4454" r="13717" b="1"/>
          <a:stretch>
            <a:fillRect/>
          </a:stretch>
        </p:blipFill>
        <p:spPr>
          <a:xfrm>
            <a:off x="330058" y="254109"/>
            <a:ext cx="4026789" cy="4039719"/>
          </a:xfrm>
          <a:prstGeom prst="rect">
            <a:avLst/>
          </a:prstGeom>
        </p:spPr>
      </p:pic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6F66093-7CBE-18E9-32C3-5FF8558A9C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9" r="18491" b="5"/>
          <a:stretch>
            <a:fillRect/>
          </a:stretch>
        </p:blipFill>
        <p:spPr>
          <a:xfrm>
            <a:off x="4650089" y="90031"/>
            <a:ext cx="4292431" cy="4435283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DD8B63D5-0027-859B-D4F1-1B9B9F95CA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F9C7FC98-BCFE-9E1A-95D5-FE80D271C0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5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76390-08FC-5D46-E701-EDEDFC01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7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9DCF4-5F68-F542-BDEA-DCF0CB793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ARRAY DELETION AT START</a:t>
            </a: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4FB2DF-599C-4F59-1B0C-C6A2986B2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t="9884" r="2584"/>
          <a:stretch>
            <a:fillRect/>
          </a:stretch>
        </p:blipFill>
        <p:spPr>
          <a:xfrm>
            <a:off x="45338" y="39120"/>
            <a:ext cx="4374262" cy="3939165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6E17E3F-F594-9E10-F520-222ACCC27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211" y="39120"/>
            <a:ext cx="4508445" cy="4482536"/>
          </a:xfrm>
          <a:prstGeom prst="rect">
            <a:avLst/>
          </a:prstGeom>
        </p:spPr>
      </p:pic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CFD02AC1-36C2-F0BE-129F-9DAB342DA1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225D1824-3AEA-CA59-6489-E076C846F8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4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7592A-282D-8766-867F-8C07DA517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E0868725-2FB8-471A-CA62-070556E9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7" name="Oval 5">
            <a:extLst>
              <a:ext uri="{FF2B5EF4-FFF2-40B4-BE49-F238E27FC236}">
                <a16:creationId xmlns:a16="http://schemas.microsoft.com/office/drawing/2014/main" id="{47C38BD0-AFEC-91B2-AA06-821101666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1E8FA1D-CC92-D450-E40C-350E5E5B1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7F84C689-E17F-DD41-786E-66A8CB87F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2CA4C-4BC8-64FB-B34F-9EC33D2DE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ARRAY DELETION AT ANY POINT</a:t>
            </a: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C3C0A82E-548B-4A7B-E503-04CCFAB72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77EBB69-3F0E-A6AC-FE90-09C5DB074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CE2F657-5E49-44DF-0981-5D5FE162A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857745DF-79C2-7843-E934-BC97A26E74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612AF734-3F10-2FC6-FC4E-93B9513672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DE7DF-ECAA-8CE3-DA5E-69E46B20D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389" y="58584"/>
            <a:ext cx="4454940" cy="447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A52A8C-F57A-3339-A6E5-105DAF5FC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71" y="58584"/>
            <a:ext cx="4432182" cy="417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82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30CF4-B0E6-CF7C-1B0E-D626CC47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873F07E7-7450-4720-F1CD-135D78A7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7" name="Oval 5">
            <a:extLst>
              <a:ext uri="{FF2B5EF4-FFF2-40B4-BE49-F238E27FC236}">
                <a16:creationId xmlns:a16="http://schemas.microsoft.com/office/drawing/2014/main" id="{A94164F3-4533-9D38-4B14-2573F1A1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E715B13-5F93-673F-2CB5-FC844E71F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BE22121F-9D97-84EB-CBAB-6029466C1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6C5B50-7FFC-2E48-E494-8472D4A7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ARRAY DELETION AT END</a:t>
            </a: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A2447A53-F8B7-7B80-D003-BFF854156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5447D24-67EA-E23F-81F9-F06159344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08FC56B-0167-CD1A-2295-F3AF28FB8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5EF5142C-3C8B-7B40-178C-03DAF5E409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AF899D09-72ED-B72B-52C7-85388FD6B5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5FACB-AFC4-1544-DE08-354BF48D8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411" b="7258"/>
          <a:stretch>
            <a:fillRect/>
          </a:stretch>
        </p:blipFill>
        <p:spPr>
          <a:xfrm>
            <a:off x="4406168" y="11022"/>
            <a:ext cx="4737831" cy="4514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394763-0572-D662-08C7-914406CC3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12499"/>
          <a:stretch>
            <a:fillRect/>
          </a:stretch>
        </p:blipFill>
        <p:spPr>
          <a:xfrm>
            <a:off x="94626" y="653142"/>
            <a:ext cx="3812593" cy="308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3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19C49-D90B-9642-DA91-86266A8EE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0AF5968B-56A4-DA8A-0F7E-19DC76644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7" name="Oval 5">
            <a:extLst>
              <a:ext uri="{FF2B5EF4-FFF2-40B4-BE49-F238E27FC236}">
                <a16:creationId xmlns:a16="http://schemas.microsoft.com/office/drawing/2014/main" id="{FB866992-044F-ABE5-527A-F11654FF8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ECFAD61-57B8-C6CD-6CF8-2AC2CD08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A0CBFD7B-DAC1-2FBC-D934-FF3BBCAB5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9144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A8AFA-2ED5-F170-C9CE-B0B53E47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ARRAY DELETION AT END</a:t>
            </a:r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4609099D-F94E-35A3-FD04-425C3D576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FF8F26C-ACB2-7A30-FE4E-F70F06F2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45105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B979DB6-15B8-0C36-748C-C06FFFEB4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534D5C2F-4AF8-201D-E611-707FEBCC56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05841C66-2558-9F79-EB27-4699E6E822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B2F5B-2377-0AAE-A901-33E7B031E0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411" b="7258"/>
          <a:stretch>
            <a:fillRect/>
          </a:stretch>
        </p:blipFill>
        <p:spPr>
          <a:xfrm>
            <a:off x="4406168" y="11022"/>
            <a:ext cx="4737831" cy="4514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A61EEE-3292-CBF0-4ACD-B4772C1C8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12499"/>
          <a:stretch>
            <a:fillRect/>
          </a:stretch>
        </p:blipFill>
        <p:spPr>
          <a:xfrm>
            <a:off x="94626" y="152400"/>
            <a:ext cx="3812593" cy="358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3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82CFD-462F-5353-B49C-440E9032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1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8B5B693-C595-4524-A03C-B775B6BE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6D7282-6C16-6199-92E7-7BF0E3D04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45" y="-118644"/>
            <a:ext cx="4287231" cy="4803619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211CBF94-6002-4EC8-9498-6AC47E680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706" y="4676775"/>
            <a:ext cx="8188233" cy="1546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AFC5A-7E41-E08F-3B84-59AF0ED18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4773068"/>
            <a:ext cx="5457825" cy="13543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 dirty="0">
                <a:solidFill>
                  <a:srgbClr val="FFFFFF"/>
                </a:solidFill>
              </a:rPr>
              <a:t>Searching in array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81A7DF2-B382-4775-B387-03B45F29E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499305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E0D91442-97EF-6F77-0834-BC679644AD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Image of ">
            <a:extLst>
              <a:ext uri="{FF2B5EF4-FFF2-40B4-BE49-F238E27FC236}">
                <a16:creationId xmlns:a16="http://schemas.microsoft.com/office/drawing/2014/main" id="{54E83320-7770-A1AD-C6C0-E1CDC75BED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E72451-E437-29B0-EE45-12AD9FCD4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5" y="803349"/>
            <a:ext cx="4733279" cy="24732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D3592D-6F80-8A29-99F0-6AC8EABC84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1145"/>
          <a:stretch>
            <a:fillRect/>
          </a:stretch>
        </p:blipFill>
        <p:spPr>
          <a:xfrm>
            <a:off x="260061" y="3540518"/>
            <a:ext cx="3453433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2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72" y="977900"/>
            <a:ext cx="4904668" cy="3327734"/>
          </a:xfrm>
        </p:spPr>
        <p:txBody>
          <a:bodyPr anchor="b">
            <a:normAutofit/>
          </a:bodyPr>
          <a:lstStyle/>
          <a:p>
            <a:r>
              <a:rPr lang="en-US" sz="4700"/>
              <a:t>Limitations of Arrays in DSA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971088"/>
            <a:ext cx="7290054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Fixed Size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81CF69-479B-6535-E7A9-90DA7F008F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2524647"/>
              </p:ext>
            </p:extLst>
          </p:nvPr>
        </p:nvGraphicFramePr>
        <p:xfrm>
          <a:off x="482203" y="642938"/>
          <a:ext cx="817245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971088"/>
            <a:ext cx="7290054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Contiguous Memory Requirement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6A6B62-7C44-5861-111E-4E73F7EC4D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4681412"/>
              </p:ext>
            </p:extLst>
          </p:nvPr>
        </p:nvGraphicFramePr>
        <p:xfrm>
          <a:off x="482203" y="642938"/>
          <a:ext cx="817245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971088"/>
            <a:ext cx="7290054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Insertion &amp; Deletion Costly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9A9050-428A-1CDB-CBEA-C96D68F542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948142"/>
              </p:ext>
            </p:extLst>
          </p:nvPr>
        </p:nvGraphicFramePr>
        <p:xfrm>
          <a:off x="482203" y="642938"/>
          <a:ext cx="817245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971088"/>
            <a:ext cx="7290054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Wastage of Memory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3F947F-964A-682E-A71D-FF60AE02F9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572062"/>
              </p:ext>
            </p:extLst>
          </p:nvPr>
        </p:nvGraphicFramePr>
        <p:xfrm>
          <a:off x="482203" y="642938"/>
          <a:ext cx="817245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971088"/>
            <a:ext cx="7290054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Homogeneous Elements Only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BFFC93-CABF-76F2-B293-C43BFB8587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4254240"/>
              </p:ext>
            </p:extLst>
          </p:nvPr>
        </p:nvGraphicFramePr>
        <p:xfrm>
          <a:off x="482203" y="642938"/>
          <a:ext cx="817245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971088"/>
            <a:ext cx="7290054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No Built-in Flexibility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ED540D-FC66-D95D-9FB0-2909EB867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4809292"/>
              </p:ext>
            </p:extLst>
          </p:nvPr>
        </p:nvGraphicFramePr>
        <p:xfrm>
          <a:off x="482203" y="642938"/>
          <a:ext cx="817245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971088"/>
            <a:ext cx="7290054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Summary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201BFCB-22EC-B52D-FCDD-B04349D88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058366"/>
              </p:ext>
            </p:extLst>
          </p:nvPr>
        </p:nvGraphicFramePr>
        <p:xfrm>
          <a:off x="482203" y="642938"/>
          <a:ext cx="817245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85AFB426-7E11-0F08-34B0-41EC9AB3DE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7D175FC-84CC-4D12-A5E2-FA27D934E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198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Q &amp; 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C38328-2D50-4DDB-BD20-28DE12E49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endParaRPr lang="en-US">
              <a:solidFill>
                <a:srgbClr val="000000"/>
              </a:solidFill>
            </a:endParaRPr>
          </a:p>
          <a:p>
            <a:pPr>
              <a:defRPr sz="2000"/>
            </a:pPr>
            <a:r>
              <a:rPr lang="en-US">
                <a:solidFill>
                  <a:srgbClr val="000000"/>
                </a:solidFill>
              </a:rPr>
              <a:t>Thank you! Any 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379</TotalTime>
  <Words>274</Words>
  <Application>Microsoft Office PowerPoint</Application>
  <PresentationFormat>On-screen Show (4:3)</PresentationFormat>
  <Paragraphs>47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Tw Cen MT</vt:lpstr>
      <vt:lpstr>Tw Cen MT Condensed</vt:lpstr>
      <vt:lpstr>Wingdings 3</vt:lpstr>
      <vt:lpstr>Integral</vt:lpstr>
      <vt:lpstr>Introduction to DSA</vt:lpstr>
      <vt:lpstr>What is Array?</vt:lpstr>
      <vt:lpstr>What is Array?</vt:lpstr>
      <vt:lpstr>What is Array Length?</vt:lpstr>
      <vt:lpstr>CALCULATE Memory ARRAY ADDRESS</vt:lpstr>
      <vt:lpstr>Array Operation</vt:lpstr>
      <vt:lpstr>Array Operation</vt:lpstr>
      <vt:lpstr>ARRAY TRAVERSAL</vt:lpstr>
      <vt:lpstr>ARRAY Insertion AT BEGINNING</vt:lpstr>
      <vt:lpstr>ARRAY Insertion AT ANY POSITION</vt:lpstr>
      <vt:lpstr>ARRAY Insertion AT END</vt:lpstr>
      <vt:lpstr>ARRAY Insertion AT END</vt:lpstr>
      <vt:lpstr>ARRAY DELETION AT START</vt:lpstr>
      <vt:lpstr>ARRAY DELETION AT ANY POINT</vt:lpstr>
      <vt:lpstr>ARRAY DELETION AT END</vt:lpstr>
      <vt:lpstr>ARRAY DELETION AT END</vt:lpstr>
      <vt:lpstr>Searching in array</vt:lpstr>
      <vt:lpstr>Limitations of Arrays in DSA</vt:lpstr>
      <vt:lpstr>Fixed Size</vt:lpstr>
      <vt:lpstr>Contiguous Memory Requirement</vt:lpstr>
      <vt:lpstr>Insertion &amp; Deletion Costly</vt:lpstr>
      <vt:lpstr>Wastage of Memory</vt:lpstr>
      <vt:lpstr>Homogeneous Elements Only</vt:lpstr>
      <vt:lpstr>No Built-in Flexibility</vt:lpstr>
      <vt:lpstr>Summary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Nauman Khan</cp:lastModifiedBy>
  <cp:revision>14</cp:revision>
  <dcterms:created xsi:type="dcterms:W3CDTF">2013-01-27T09:14:16Z</dcterms:created>
  <dcterms:modified xsi:type="dcterms:W3CDTF">2025-09-17T05:40:59Z</dcterms:modified>
  <cp:category/>
</cp:coreProperties>
</file>